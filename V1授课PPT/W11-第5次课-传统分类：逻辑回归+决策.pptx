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2" r:id="rId3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W11 · 第5次课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传统分类：逻辑回归+决策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302631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30263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传统分类：逻辑回归+决策树（上）：基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M2-1a · 传统分类：逻辑回归+决策树（上）：基础实现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能跑通LR与决策树双模型——应用：见工单starter与教师参考实现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能计算并解读混淆矩阵与F1——应用：见工单starter与教师参考实现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掌握分类建模全流程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能解读F1与业务代价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本章聚焦：分层划分 · 欠拟合/过拟合 · 误报漏报成本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分类建模五步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("分类建模五步=定任务→划分→训练→评估→部署——与pp课同源，…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分层划分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('分层划分=按标签比例切：全集故障占10%，train/test…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逻辑回归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("逻辑回归=线性打分套Sigmoid压到0~1：z=w·x+b，…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分类建模五步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划分-训练-预测-评估-选型记录——顺序即纪律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原理：分类建模五步=定任务→划分→训练→评估→部署——与pp课同源，AI课多一层'业务指标翻译'（F1转成漏报损失）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从原始数据到可交差模型的标准动作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怎么判断：每个分类工单按五步走一遍：缺一步即返工——特别是'划分'，泄漏防线第一道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X_train,X_test=train_test_split(X,y)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逐行看：task=分类(正常/故障)；train_test_split(stratify=y)分层；LogisticRegression().fit；预测→混淆矩阵→F1；joblib落盘——五步各…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误区：跳过划分直接全量训练——评估自欺欺人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进阶：类别不平衡先看分层后的比例；基线模型（全预测多数类）的F1先算——模型至少要打赢这个dummy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分类建模五步：一张图看懂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27c3802b046c7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追问：误区：跳过划分直接全量训练——评估自欺欺人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一句话：划分-训练-预测-评估-选型记录——顺序即纪律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何时用：从原始数据到可交差模型的标准动作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分层划分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stratify=y保持类别比例一致——故障样本少时保命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原理：分层划分=按标签比例切：全集故障占10%，train/test各自也10%——随机切可能测试集全是正常样本，评估失真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故障率5%的数据随机切可能切成0%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怎么判断：不平衡数据（故障样本少）必须stratify=y——比例失守的测试集，指标没有意义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train_test_split(…, stratify=y, test_size=0.2)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逐行看：train_test_split(X,y,test_size=0.2,stratify=y,random_state=42) —— 检查：y_train.mean()≈y_test.mean…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样本几百以内必分层——否则测试集可能无故障样本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进阶：少样本类别用SMOTE过采样（只对训练集做！）；k折配StratifiedKFold——比例保持贯穿始终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分层划分：一张图看懂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2be581cc334f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追问：样本几百以内必分层——否则测试集可能无故障样本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一句话：stratify=y保持类别比例一致——故障样本少时保命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何时用：故障率5%的数据随机切可能切成0%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逻辑回归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线性打分过sigmoid出概率——透明可解释的基线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原理：逻辑回归=线性打分套Sigmoid压到0~1：z=w·x+b，p=1/(1+e^-z)——输出可读作'故障概率'，权重正负即风险方向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需要向质检解释'为什么判故障'的场景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怎么判断：要'每个特征贡献多少'的可解释场景（向老周汇报）：温度权重+0.8='温度升风险升'——白盒模型首选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model.predict_proba(X_test)[:,1] 出故障概率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逐行看：clf=LogisticRegression().fit(X,y); clf.predict_proba(x)[0][1] 出概率0.83=83%故障风险；coef_看权重方向——线性可分问…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概率≠结论——0.7的故障概率仍可能错，看阈值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进阶：标准化后再训练（系数量纲才可比）；L1正则顺带做特征筛选；概率校准CalibratedClassifierCV（进阶）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逻辑回归：一张图看懂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87824" y="1362456"/>
            <a:ext cx="4999087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1edc741c29e63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56" y="1389888"/>
            <a:ext cx="4944223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漏报(左下)在工业场景代价最高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F1 = 2PR/(P+R)：不均衡数据的公平分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追问：概率≠结论——0.7的故障概率仍可能错，看阈值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一句话：线性打分过sigmoid出概率——透明可解释的基线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何时用：需要向质检解释'为什么判故障'的场景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本章聚焦：分层划分 · 欠拟合/过拟合 · 误报漏报成本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双模型对比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sklearn.linear_model imp…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混淆矩阵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sklearn.metrics import c…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能跑通LR与决策树双模型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能跑通LR与决策树双模型——应用：见工单starter与教师参考实现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能计算并解读混淆矩阵与…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能计算并解读混淆矩阵与F1——应用：见工单starter与教师参考…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能从业务代价角度选阈值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能从业务代价角度选阈值——应用：见工单starter与教师参考实现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双模型对比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sklearn.linear_model import LogisticRegression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sklearn.tree import DecisionTreeClassifier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m in [LogisticRegression(max_iter=1000), DecisionTreeClassifier(max_depth=5)]: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m.fit(X_tr, y_tr); print(type(m).__name__, m.score(X_te, y_te))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混淆矩阵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sklearn.metrics import confusion_matrix, f1_score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pred = m.predict(X_te)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print(confusion_matrix(y_te, pred), "F1=", f1_score(y_te, pred))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F1为0且accuracy高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类别不平衡加全预测多数类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分层划分加class_weight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max_iter警告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逻辑回归未收敛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增大max_iter或标准化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树过深过拟合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训练1.0测试0.6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限制max_depth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本章聚焦：分层划分 · 欠拟合/过拟合 · 误报漏报成本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M2-1a · 传统分类：逻辑回归+决策树（上）：基础实现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能跑通LR与决策树双模型——应用：见工单starter与教师参考实现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能计算并解读混淆矩阵与F1——应用：见工单starter与教师参考实现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能从业务代价角度选阈值——应用：见工单starter与教师参考实现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能写选型决策记录——应用：见工单starter与教师参考实现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F1≥0.70且口径正确 / 选型有理由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F1≥0.85 / 给出代价敏感阈值方案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工程化项目/m21a_classic_clf/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src/classic_clf/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类别不平衡攻防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09366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09366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达标：F1≥0.85或方案论证充分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class_weight均衡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对比采样法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报告权衡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代价敏感选型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达标：给出阈值方案与理由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误报漏报成本假设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调阈值比F1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选型记录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双模型加F1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71000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7100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达标：F1≥0.70口径正确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加决策树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混淆矩阵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算F1对比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跑通LR基线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72790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72790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达标：基线accuracy输出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train_test_split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fit+predict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打印accuracy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传统分类：逻辑回归+决策树：备选方案决策矩阵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W6课前测①：本课工单M2-1a的及格线是什么？（答：F1≥0.70且口径正确）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W6课前测②：'分层train/test'用一句话说说你的理解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F1≥0.70且口径正确 / 选型有理由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F1≥0.85 / 给出代价敏感阈值方案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95feb77f7891d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分类建模五步：划分-训练-预测-评估-选型记录——顺序即纪律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分层划分：stratify=y保持类别比例一致——故障样…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逻辑回归：线性打分过sigmoid出概率——透明可解释的…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①工单M2-1a收尾跑绿并上传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工单M2-1a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学号_姓名_W11.py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传统分类：逻辑回归+决策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工单M2-1a跑绿并上传学习平台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传统分类：逻辑回归+决策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传统分类：逻辑回归+决策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