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W11 · 第6次课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传统分类：逻辑回归+决策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M2-1a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3026316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30263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传统分类：逻辑回归+决策树（下）：优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W6课中查①：'F1为0且accuracy高'这个报错怎么排查？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W6课中查②：优秀线F1≥0.85你打算怎么冲？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分层划分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欠拟合/过拟合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resample报错：ts不是DatetimeIndex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修法：set_index后或parse_dates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本节主线：分类建模五步：划分-训练-预测-评估-选型记录——应用：见… / train_test分层划分：类别比例保持一致（strat… / 逻辑回归：线性打分过sigmoid，输出可解释概率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掌握分类建模全流程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能解读F1与业务代价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本章聚焦：分层划分 · 欠拟合/过拟合 · 误报漏报成本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决策树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("决策树=一连串if/else问题：每个节点问'振动&gt;4.5吗'…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混淆矩阵四格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('混淆矩阵四格=TP(抓对)FP(虚惊)FN(漏网)TN(放行)…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F1调和平均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('F1=2PR/(P+R)调和平均：P=抓的里多少真(查准)、R…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决策树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一连串if-else——画出来就是给车间的规则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原理：决策树=一连串if/else问题：每个节点问'振动&gt;4.5吗'二分下去，叶节点出答案——与车间老师傅的判断话术同构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要落地成巡检SOP的判定逻辑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怎么判断：要'规则可直接抄给产线'的场景：树的可解释性最强——'振动&gt;4.5且温度&gt;80→停机'直接写进PLC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plot_tree(model, feature_names=feats)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逐行看：DecisionTreeClassifier(max_depth=4) 限深防过拟合；plot_tree可视化——树深4以内规则人能读懂，深了成黑箱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误区：树不剪枝——深度无限制必过拟合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进阶：max_depth/min_samples_leaf两大防过拟合旋钮；单树不稳→下节课随机森林/XGB ensemble治之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决策树：一张图看懂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3c3e0e0df63c2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追问：误区：树不剪枝——深度无限制必过拟合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一句话：一连串if-else——画出来就是给车间的规则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何时用：要落地成巡检SOP的判定逻辑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混淆矩阵四格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TP/FP/FN/TN——一切评估指标的原材料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原理：混淆矩阵四格=TP(抓对)FP(虚惊)FN(漏网)TN(放行)：行是真实、列是预测——分类器的成绩单与错误类型分布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漏报(FN)与误报(FP)代价不同的权衡起点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怎么判断：先看四格再看单一指标：FP/FN哪种错多？业务代价不同（漏报贵）则调阈值偏护——四格是决策地图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confusion_matrix(y_test, y_pred) 四格直读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逐行看：cm=confusion_matrix(y_test,y_pred) 2×2表；误报=FP列；漏报=FN格 —— [[46,4],[3,47]]：4虚惊3漏网，漏报1个=停线2万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FN=漏掉真故障最危险——工业场景先盯FN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进阶：归一化看比例（不平衡数据）；多分类矩阵看哪些类互相混——混淆对提示'加区分性特征'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混淆矩阵四格：一张图看懂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4112" y="1362456"/>
            <a:ext cx="668651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e8be6823af834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44" y="1389888"/>
            <a:ext cx="663164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温度用 float：留小数才精确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'78.5' 加引号就是文本不能加减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追问：FN=漏掉真故障最危险——工业场景先盯FN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一句话：TP/FP/FN/TN——一切评估指标的原材料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何时用：漏报(FN)与误报(FP)代价不同的权衡起点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F1调和平均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精确率与召回率的调和平均——两头都不能瘸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原理：F1=2PR/(P+R)调和平均：P=抓的里多少真(查准)、R=真的里抓到多少(查全)——调和平均惩罚偏科，逼两头均衡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报警100条中几条真故障 vs 100台真故障抓到几台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怎么判断：只报准确率会被不平衡骗（99%正常时全猜正常=99%分但零用处）——F1是不平衡场景的主指标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f1_score(y_test, y_pred) 一个数说清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逐行看：P=46/(46+4)=0.92; R=46/(46+3)=0.94; F1=2*0.92*0.94/(0.92+0.94)=0.93 —— 手算一遍，三个数的关系刻进脑子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F1高不代表没漏——重大事故看召回单独报告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进阶：Fβ加权（漏报代价大用F2偏召回）；业务定阈值：p&gt;=0.3才判故障以压漏报——指标→旋钮→业务闭环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F1调和平均：一张图看懂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2968" y="1362456"/>
            <a:ext cx="7188800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b700dfb7f7662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00" y="1389888"/>
            <a:ext cx="7133936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elif 顺序就是优先级：先判危险再判警告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边界值 79.9/80/80.1 三测法必做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追问：F1高不代表没漏——重大事故看召回单独报告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一句话：精确率与召回率的调和平均——两头都不能瘸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何时用：报警100条中几条真故障 vs 100台真故障抓到几台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本章聚焦：分层划分 · 欠拟合/过拟合 · 误报漏报成本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双模型对比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sklearn.linear_model imp…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混淆矩阵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sklearn.metrics import c…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能跑通LR与决策树双模型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能跑通LR与决策树双模型——应用：见工单starter与教师参考实现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能计算并解读混淆矩阵与…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能计算并解读混淆矩阵与F1——应用：见工单starter与教师参考…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能从业务代价角度选阈值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能从业务代价角度选阈值——应用：见工单starter与教师参考实现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双模型对比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sklearn.linear_model import LogisticRegression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sklearn.tree import DecisionTreeClassifier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for m in [LogisticRegression(max_iter=1000), DecisionTreeClassifier(max_depth=5)]: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m.fit(X_tr, y_tr); print(type(m).__name__, m.score(X_te, y_te))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混淆矩阵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sklearn.metrics import confusion_matrix, f1_score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pred = m.predict(X_te)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print(confusion_matrix(y_te, pred), "F1=", f1_score(y_te, pred))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F1为0且accuracy高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类别不平衡加全预测多数类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分层划分加class_weight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max_iter警告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逻辑回归未收敛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增大max_iter或标准化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树过深过拟合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训练1.0测试0.6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限制max_depth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本章聚焦：分层划分 · 欠拟合/过拟合 · 误报漏报成本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M2-1a · 传统分类：逻辑回归+决策树（下）：优化与评价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能跑通LR与决策树双模型——应用：见工单starter与教师参考实现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能计算并解读混淆矩阵与F1——应用：见工单starter与教师参考实现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能从业务代价角度选阈值——应用：见工单starter与教师参考实现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能写选型决策记录——应用：见工单starter与教师参考实现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F1≥0.70且口径正确 / 选型有理由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F1≥0.85 / 给出代价敏感阈值方案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工程化项目/m21a_classic_clf/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src/classic_clf/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M2-1a 传统分类：逻辑回归 vs 决策树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数据: 300 条三态样本（正常/轴承磨损/叶轮堵塞）· 训练 225 / 测试 75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解A 逻辑回归: acc=0.707  macro-F1=0.701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混淆矩阵（行=真实 / 列=预测）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                  正常      轴承磨损      叶轮堵塞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正常                13         7         5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轴承磨损               5        19         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叶轮堵塞               2         2        21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逻辑回归可解释强、决策树易读；漏报（把故障判为正常）是产线最贵的错误 → 决策矩阵权重给'召回率'。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类别不平衡攻防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2093668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209366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达标：F1≥0.85或方案论证充分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class_weight均衡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对比采样法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报告权衡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代价敏感选型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达标：给出阈值方案与理由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误报漏报成本假设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调阈值比F1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选型记录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双模型加F1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710001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71000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达标：F1≥0.70口径正确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加决策树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混淆矩阵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算F1对比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跑通LR基线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72790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72790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达标：基线accuracy输出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train_test_split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fit+predict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打印accuracy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传统分类：逻辑回归+决策树：备选方案决策矩阵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W6课中查①：'F1为0且accuracy高'这个报错怎么排查？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W6课中查②：优秀线F1≥0.85你打算怎么冲？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F1≥0.70且口径正确 / 选型有理由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F1≥0.85 / 给出代价敏感阈值方案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fbc4ba23c6d18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决策树：一连串if-else——画出来就是给车间的规则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混淆矩阵四格：TP/FP/FN/TN——一切评估指标的原材料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F1调和平均：精确率与召回率的调和平均——两头都不能瘸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①工单M2-1a收尾跑绿并上传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工单M2-1a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学号_姓名_W11.py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XGBoost参数调优（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林工下了军令状：'F1再提3个点，调参不许超过两小时。'网格搜索、早停、特征筛选全用上——工单M2-2：XGBoost调优，在收益与工时之间做工程权衡。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工单M2-1a跑绿并上传学习平台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XGBoost参数调优（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W11-06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传统分类：逻辑回归+决策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