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81" r:id="rId32"/>
    <p:sldId id="282" r:id="rId33"/>
    <p:sldId id="280" r:id="rId31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1.xml"/><Relationship Id="rId32" Type="http://schemas.openxmlformats.org/officeDocument/2006/relationships/slide" Target="slides/slide19.xml"/><Relationship Id="rId33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W16 · 第15次课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YOLO实时缺陷检测（上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38517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3851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M3-2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15757" y="3931920"/>
            <a:ext cx="2862214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5757" y="3931920"/>
            <a:ext cx="2862214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YOLO实时缺陷检测（上）：基础实现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产线节拍又升了。老周批了CPU算力：'实时检测，速度与精度你自己权衡。'工单M3-2：YOLO缺陷检测，阈值、输入尺寸与FPS的三方博弈。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专业核心课扩展版：数据→ML→DL→视觉→大模型→智能体全谱系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AI应用工程师 / 工业视觉开发 / 工业互联网数据分析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1+X AI应用实践（初级=M1-M3 / 中级=M4 / 高级=M5）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前：零基础并行开设 → 本课第12周、第10-20周12周×4课时 → 后：项目实战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逻辑回归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W16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W20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连续剧情 · 你（小郑）的第15次出场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57636"/>
            <a:ext cx="4261104" cy="32226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85068"/>
            <a:ext cx="4206240" cy="316782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231D3D"/>
                </a:solidFill>
                <a:latin typeface="Microsoft YaHei"/>
                <a:ea typeface="Microsoft YaHei"/>
              </a:rPr>
              <a:t>产线节拍又升了。老周批了CPU算力：'实时检测，速度与精度你自己权衡。'工单M3-2：YOLO缺陷检测，阈值、输入尺寸与FPS的三方博弈。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M3-2 · YOLO实时缺陷检测（上）：基础实现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能部署CPU预训练YOLO推理——应用：见工单starter与教师参考实现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能调阈值与尺寸并记录mAP和FPS——应用：见工单starter与教师参考实现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F5A7D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老周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9864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9864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林工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850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850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4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能部署CPU实时检测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量化速度-精度取舍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51170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51170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1.回顾预习卡与微课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78094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78094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2.知识精讲（先例后理）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3.演示代码骨架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554784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554784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4.基础实现（D/C层…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533245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533245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5.小结+布置第2次课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本章聚焦：锚框与NMS直观 · 输入尺寸影响 · FPS测量口径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检测=分类+定位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不只说'有缺陷'还要框出'在哪'——一次前向出全部框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置信度阈值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低阈值召回高误检多、高阈值反之——业务定夺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输入尺寸权衡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640到320速度翻倍精度让步——像素即算力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B01 检测=分类+定位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不只说'有缺陷'还要框出'在哪'——一次前向出全部框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检测=分类+定位：YOLO一次前向出全部候选框——应用：见工单starter与教师参考实现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质检要定位缺陷位置指导返修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现场还原：产线节拍又升了。老周批了CPU算力：'实时检测，速度与精度你自己权衡。'工单M3-2：YOLO缺陷检测，阈值、输入尺寸与FPS的三方博弈。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yolo.predict(img) 返回boxes+scores+classes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分类只能答有/无——要位置就得检测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FPS波动大：首帧含warmup → 先跑3帧预热再计时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检测=分类+定位：一张图看懂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e46ddf9b138f6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追问：分类只能答有/无——要位置就得检测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一句话：不只说'有缺陷'还要框出'在哪'——一次前向出全部框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何时用：质检要定位缺陷位置指导返修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B02 置信度阈值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低阈值召回高误检多、高阈值反之——业务定夺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置信度阈值：低阈值召回高但误检多，业务定夺——应用：见工单starter与教师参考实现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漏检代价高的场景阈值调低宁可多报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现场还原：产线节拍又升了。老周批了CPU算力：'实时检测，速度与精度你自己权衡。'工单M3-2：YOLO缺陷检测，阈值、输入尺寸与FPS的三方博弈。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conf=0.25 起步，按混淆矩阵调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阈值不是拍的——用PR曲线按业务代价选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框全叠一起：未做NMS → 按类做非极大值抑制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9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置信度阈值：一张图看懂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968" y="1362456"/>
            <a:ext cx="7188800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3d8b5a4daea63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0" y="1389888"/>
            <a:ext cx="7133936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elif 顺序就是优先级：先判危险再判警告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边界值 79.9/80/80.1 三测法必做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追问：阈值不是拍的——用PR曲线按业务代价选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一句话：低阈值召回高误检多、高阈值反之——业务定夺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何时用：漏检代价高的场景阈值调低宁可多报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10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B03 输入尺寸权衡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640到320速度翻倍精度让步——像素即算力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输入尺寸：640到320，速度翻倍精度让步——应用：见工单starter与教师参考实现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边缘盒子算力有限时的第一调节旋钮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现场还原：产线节拍又升了。老周批了CPU算力：'实时检测，速度与精度你自己权衡。'工单M3-2：YOLO缺陷检测，阈值、输入尺寸与FPS的三方博弈。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imgsz=320 推理时间约减半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小目标缩图会看不见——先看缺陷最小尺寸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mAP对不上：测试集口径不同 → 统一测试集与IoU0.5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11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输入尺寸权衡：一张图看懂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e2e264ef42f1f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追问：小目标缩图会看不见——先看缺陷最小尺寸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一句话：640到320速度翻倍精度让步——像素即算力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何时用：边缘盒子算力有限时的第一调节旋钮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本章聚焦：锚框与NMS直观 · 输入尺寸影响 · FPS测量口径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ONNX推理口径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import onnxruntime as ort, ti…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阈值过滤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conf = out[4:].max(0)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能部署CPU预训练YO…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能部署CPU预训练YOLO推理——应用：见工单starter与教师…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能调阈值与尺寸并记录m…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能调阈值与尺寸并记录mAP和FPS——应用：见工单starter与…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能产出三方权衡报告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能产出三方权衡报告——应用：见工单starter与教师参考实现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13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ONNX推理口径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import onnxruntime as ort, time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sess = ort.InferenceSession("yolo.onnx")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t0 = time.perf_counter()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out = sess.run(None, {"images": x})[0]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print("FPS≈", 1 / (time.perf_counter() - t0))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14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阈值过滤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conf = out[4:].max(0)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keep = conf &gt; 0.4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boxes = xywh[keep]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15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FPS波动大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首帧含warmup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先跑3帧预热再计时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框全叠一起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未做NMS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按类做非极大值抑制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mAP对不上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测试集口径不同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统一测试集与IoU0.5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知识窗 · 考点拓展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16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33710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33710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WINDOW · W-MN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MNIST基准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1+X考点对照知识窗：原理入门 + 自学路径（主线之外的一扇窗）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是什么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MNIST手写数字基准：深度学习的'Hello World'——6万张28×28灰度图分0-9，业界用它验证一切新架构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何时用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入门练习/论文对照基线用；工业课用振动频谱替代（同是分类任务，数据换成车间真数据）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最小示例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(x_train,y_train),(x_test,y_test)=keras.datasets.mnist.load_data() 一行下载数据——网络结构与本课MLP完全同构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进阶方向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MNIST上准确率&gt;98%说明网络健康，工业数据不到90%是数据难不是你菜——基准思维：先易后难定位问题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本章聚焦：锚框与NMS直观 · 输入尺寸影响 · FPS测量口径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M3-2 · YOLO实时缺陷检测（上）：基础实现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能部署CPU预训练YOLO推理——应用：见工单starter与教师参考实现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能调阈值与尺寸并记录mAP和FPS——应用：见工单starter与教师参考实现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能产出三方权衡报告——应用：见工单starter与教师参考实现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能做产线节拍适配建议——应用：见工单starter与教师参考实现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mAP≥0.60+FPS表完整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mAP≥0.75 / 给出产线节拍适配方案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M3-2 YOLO实时缺陷检测（零依赖检测器）·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输入: 64×64 产线图 · 真值框(x,y,w,h) = (30, 40, 8, 8)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检测结果: 框=(32, 40, 8, 8)  缺陷分=0.658  IoU=0.60（目标≥0.5）  FPS≈5300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滑窗尺寸 × 性能取舍表（YOLO调参的本质：感受野 vs 速度 vs 定位精度）: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win   IoU     FPS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  4   0.25    1295  ×2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 16   0.00   16855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实测最优窗口 win=8（IoU=0.60）—— 窗口过小则单窗信噪比低易误检，过大则定位粗化，存在最优值；FPS 随窗口增大…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真机路径: ultralytics YOLOv8n 离线权重（data/weights/yolov8n.onnx）→ 同口径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工程化项目/m32_yolo/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src/yolo_detect/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M3-2 YOLO实时缺陷检测（零依赖检测器）·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输入: 64×64 产线图 · 真值框(x,y,w,h) = (30, 40, 8, 8)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检测结果: 框=(32, 40, 8, 8)  缺陷分=0.658  IoU=0.60（目标≥0.5）  FPS≈5300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滑窗尺寸 × 性能取舍表（YOLO调参的本质：感受野 vs 速度 vs 定位精度）: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win   IoU     FPS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  4   0.25    1295  ×2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 16   0.00   16855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实测最优窗口 win=8（IoU=0.60）—— 窗口过小则单窗信噪比低易误检，过大则定位粗化，存在最优值；FPS 随窗口增大…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真机路径: ultralytics YOLOv8n 离线权重（data/weights/yolov8n.onnx）→ 同口径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速度冲优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947875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94787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达标：mAP≥0.75或加速≥50%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ONNX量化半精度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对比加速比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精度损失可控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权衡报告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717675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71767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达标：给出推荐点及理由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业务代价假设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选工作点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节拍适配建议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双维扫描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651172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651172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达标：mAP≥0.60表完整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阈值3档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尺寸2档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表化mAP和FPS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默认参数推理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33761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3376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达标：基线mAP有数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加载预训练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跑测试集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记录mAP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23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YOLO实时缺陷检测：备选方案决策矩阵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24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W16课前测①：本课工单M3-2的及格线是什么？（答：mAP≥0.60+FPS表完整）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W16课前测②：'检测头直观'用一句话说说你的理解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mAP≥0.60+FPS表完整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mAP≥0.75 / 给出产线节拍适配方案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25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81b0bfea2c4944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检测=分类+定位：不只说'有缺陷'还要框出'在哪'——一次前向出…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置信度阈值：低阈值召回高误检多、高阈值反之——业务定夺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输入尺寸权衡：640到320速度翻倍精度让步——像素即算力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①工单M3-2收尾跑绿并上传 ②错题本记1条 ③预习微课+导学单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26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工单M3-2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学号_姓名_W16.py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YOLO实时缺陷检测（下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老周的终极愿望启动：'给集团造个不睡觉的值班工程师。'本地大模型就位，吴工提醒：'Prompt就是你的管理能力。'工单M4-1：LLM故障诊断，同一问题三种问法，对比优化。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工单M3-2跑绿并上传学习平台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YOLO实时缺陷检测（下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YOLO实时缺陷检测（上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