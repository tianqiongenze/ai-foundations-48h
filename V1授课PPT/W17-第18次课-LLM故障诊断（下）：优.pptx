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W17 · 第18次课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LLM故障诊断（下）：优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M4-1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611417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6114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LLM故障诊断（下）：优化与评价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W17课中查①：'Connection refused'这个报错怎么排查？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W17课中查②：优秀线提升≥35%或自创模板你打算怎么冲？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OpenAI兼容接口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角色/示例/思维链模板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FPS波动大：首帧含warmup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修法：先跑3帧预热再计时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本节主线：LLM调用=HTTP+JSON：OpenAI兼容接口四字段 / Prompt三模板：朴素角色设定少样本示例——应用：见工单… / 思维链提示：一步一步想让复杂问题分步解——应用：见工单st…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掌握LLM API调用与容错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Prompt工程A/B对比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本章聚焦：OpenAI兼容接口 · 角色/示例/思维链模板 · 重试与降级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变量控制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('变量控制=对比实验只改一个变量：同一问题三种问法，其余（模型/…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容错三件套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('容错三件套=超时重试(退避)、JSON解析失败兜底、降级策略(…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脱敏红线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('脱敏红线=设备编号/人名/工艺参数不出厂：正则先扫（PUMP-…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变量控制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同一问题同一温度只换模板——公平比较的前提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原理：变量控制=对比实验只改一个变量：同一问题三种问法，其余（模型/温度/长度）全冻结——归因才干净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选哪个prompt上线的对照实验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怎么判断：'Prompt优化有效'的证据=控制变量实验：A/B两版prompt跑同一100题集，指标差异可归因prompt——科研纪律进工程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temperature=0 固定后轮换三模板跑同题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逐行看：exp1: 直答版prompt; exp2: CoT版; exp3: CoT+few-shot —— 三组同题集同模型同temperature，只动prompt——结论表三行硬数据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温度不为0输出随机——不固定就比不出差异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进阶：实验台账（prompt版本/题目集hash/指标）；多次运行取均值（temperature&gt;0有随机性）；好prompt库沉淀复用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变量控制：一张图看懂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d6423e59c0a4a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追问：温度不为0输出随机——不固定就比不出差异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一句话：同一问题同一温度只换模板——公平比较的前提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何时用：选哪个prompt上线的对照实验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容错三件套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超时重试异常降级日志留痕——外部依赖必设防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原理：容错三件套=超时重试(退避)、JSON解析失败兜底、降级策略(本地规则库接盘)——LLM偶尔抽风，程序不能跟着抽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LLM超时/限流是常态——不设防脚本必卡死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怎么判断：生产链路必配：模型超时/格式坏/服务挂三种故障各有预案——'AI不可靠'是设计输入不是事后吐槽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timeout=30 + try/except + 重试2次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逐行看：try: resp=llm(p,timeout=10) except Timeout: retry(2**i)；json.loads失败→正则抠{}；全挂→rule_based(msg) 规…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降级返'模型暂不可用'——别返回编造内容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进阶：熔断器（连续N错暂停调用直走兜底）；结果缓存（同问不重调）；监控LLM成功率指标——SRE化运营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容错三件套：一张图看懂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21b7a0e68b58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追问：降级返'模型暂不可用'——别返回编造内容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一句话：超时重试异常降级日志留痕——外部依赖必设防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何时用：LLM超时/限流是常态——不设防脚本必卡死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脱敏红线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真实工单先抹设备编号人名再上模型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原理：脱敏红线=设备编号/人名/工艺参数不出厂：正则先扫（PUMP-\d+→[设备]）再调云端——数据合规是底线不是选项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数据出域安全——上线前审计必查项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怎么判断：涉及商业机密（工艺配方）必须本地模型或脱敏后出网——'先脱敏后调用'写进代码而非口头约定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re.sub替换设备号→'设备A'，人名→'张工'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逐行看：def mask(s): return re.sub(r'(PUMP|PLC)-\d+','[设备]',s) 调用前统一过——脱敏函数单独测试（防漏网）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漏一条真实编号即合规事故——脱敏清单化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进阶：脱敏白名单制（默认全脱、申请放行）；审计日志记录每次外发内容哈希——可追溯；本地ollama彻底断网方案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脱敏红线：一张图看懂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08a5ec6023d89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追问：漏一条真实编号即合规事故——脱敏清单化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一句话：真实工单先抹设备编号人名再上模型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何时用：数据出域安全——上线前审计必查项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本章聚焦：OpenAI兼容接口 · 角色/示例/思维链模板 · 重试与降级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调用骨架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r = requests.post(BASE + "/v1…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容错三件套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for i in range(3):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能调用本地LLM服务完…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能调用本地LLM服务完成诊断问答——应用：见工单starter与教…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能设计并对比三种Pro…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能设计并对比三种Prompt——应用：见工单starter与教师参…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能统计提升幅度并留证据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能统计提升幅度并留证据——应用：见工单starter与教师参考实现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调用骨架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r = requests.post(BASE + "/v1/chat/completions",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       json={"messages": [{"role": "user", "content": q}]}, timeout=5)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print(r.json()["choices"][0]["message"]["content"])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容错三件套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完整上下文见工单与 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i in range(3):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return ask(q)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except requests.RequestException: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time.sleep(2 ** i)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return "[降级] 已转人工工单通道。"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本段为函数体/流程节选——完整可运行版本在 starter 与教师参考，课堂按工单步骤跟打。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Connection refused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mock服务未启动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先python mock_llm_server.py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回答不稳定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未固定温度seed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temperature为0对比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提升测不出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题目太简单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换多步推理题集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本章聚焦：OpenAI兼容接口 · 角色/示例/思维链模板 · 重试与降级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M4-1 · LLM故障诊断（下）：优化与评价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能调用本地LLM服务完成诊断问答——应用：见工单starter与教师参考实现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能设计并对比三种Prompt——应用：见工单starter与教师参考实现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能统计提升幅度并留证据——应用：见工单starter与教师参考实现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能实现重试与降级——应用：见工单starter与教师参考实现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对比表完整+提升≥20%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提升≥35%或自创模板 / 多轮对话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M4-1 LLM 故障诊断·三版 Prompt 对比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问题（仅给症状，不含诊断关键词）: 3号泵振动在爬升，运转声音发闷，帮我看看。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[朴素] 质量分=0.5  较朴素 +0%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建议：检查电源。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[角色]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[示例]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说明: 本演示走 starter 的离线规则通道（口径一致、零依赖）；设 OPENAI_BASE_URL 或起 工具/mock…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工程化项目/m41_prompt_lab/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src/prompt_lab/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M4-1 LLM 故障诊断·三版 Prompt 对比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问题（仅给症状，不含诊断关键词）: 3号泵振动在爬升，运转声音发闷，帮我看看。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[朴素] 质量分=0.5  较朴素 +0%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建议：检查电源。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[角色]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[示例]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说明: 本演示走 starter 的离线规则通道（口径一致、零依赖）；设 OPENAI_BASE_URL 或起 工具/mock…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自创模板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46710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46710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达标：提升≥35%或多轮对话（或完成…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结合故障话术设计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A/B验证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入库分享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431536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5A7D"/>
                </a:solidFill>
                <a:latin typeface="Microsoft YaHei"/>
                <a:ea typeface="Microsoft YaHei"/>
              </a:rPr>
              <a:t>· 选做：用工具/campus_skills给自己的大学生活造一个时间管理智能体(3个Skill,不限平台)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容错演练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09695" y="3236976"/>
            <a:ext cx="1973453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9695" y="3236976"/>
            <a:ext cx="197345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达标：断服不崩溃有降级话术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retries为2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关服务测降级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日志留痕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三模板对比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1023" y="3236976"/>
            <a:ext cx="175859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1023" y="3236976"/>
            <a:ext cx="175859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达标：提升≥20%加对比表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角色示例版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同题各跑3次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正确率统计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朴素版跑通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达标：能出回答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requests.post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取choices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打印回答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LLM故障诊断：备选方案决策矩阵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W17课中查①：'Connection refused'这个报错怎么排查？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W17课中查②：优秀线提升≥35%或自创模板你打算怎么冲？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对比表完整+提升≥20%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提升≥35%或自创模板 / 多轮对话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2125a0c204e4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变量控制：同一问题同一温度只换模板——公平比较的前提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容错三件套：超时重试异常降级日志留痕——外部依赖必设防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脱敏红线：真实工单先抹设备编号人名再上模型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①工单M4-1收尾跑绿并上传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工单M4-1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学号_姓名_W17.py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RAG知识库问答（上）：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工单M4-1跑绿并上传学习平台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RAG知识库问答（上）：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LLM故障诊断（下）：优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