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W20 · 第24次课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综合项目答辩（下）：优化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762949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76294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0189" y="3931920"/>
            <a:ext cx="2633091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40189" y="3931920"/>
            <a:ext cx="2633091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W20课中查①：'演示现场翻车'这个报错怎么排查？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W20课中查②：优秀线创新亮点+表达优秀你打算怎么冲？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链路完整性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创新点提炼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env注册不到：未装课程工具包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修法：pip install工具包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本节主线：答辩四段论：问题方案指标价值，5分钟讲完——应用：见工单s… / 链路完整性：数据特征模型部署智能体一图贯通——应用：见工单… / 创新点提炼：与照抄教程的三处不同即创新——应用：见工单st…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完成端到端系统集成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面向评委讲清价值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评委三问预演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最难的坑？最大的取舍？下一步？——赛前必练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档案袋定稿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代码-报告-曲线-工单十二周全归档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署名与致谢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团队贡献表如实填报——分工可核查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评委三问预演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最难的坑？最大的取舍？下一步？——赛前必练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评委三问预演：最难的坑？最大的取舍？下一步？——应用：见工单starter与教师参考实现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三问年年必问——提前备答案不现场抓瞎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每问准备30秒答案+一个具体例子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答'没有坑'是减分——没坑说明没真做过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演示现场翻车：依赖未装路径错 → 提前录屏备份加环境冻结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评委三问预演：一张图看懂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a74fa2e77710c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追问：答'没有坑'是减分——没坑说明没真做过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一句话：最难的坑？最大的取舍？下一步？——赛前必练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何时用：三问年年必问——提前备答案不现场抓瞎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档案袋定稿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代码-报告-曲线-工单十二周全归档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档案袋定稿：代码报告曲线工单十二周全归档——应用：见工单starter与教师参考实现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期末档案袋答辩的物料清单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按周编号目录：W07…W20各含工单+产物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档案袋平时攒——最后三天补不齐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超时被打断：细节讲太多 → 四段论加排练计时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署名与致谢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团队贡献表如实填报——分工可核查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教材版：  署名与致谢：团队贡献表如实填报——应用：见工单starter与教师参考实现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组内贡献差异的正式记录——防搭便车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现场还原：答辩日。老周、林工、方总监坐镇：'把12周的模型串成一条线，讲给新员工听。'——综合项目答辩：从脏数据到智能体的完整故事，也是你的入职转正答辩。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>
                <a:solidFill>
                  <a:srgbClr val="231D3D"/>
                </a:solidFill>
                <a:latin typeface="Consolas"/>
                <a:ea typeface="Microsoft YaHei"/>
              </a:rPr>
              <a:t>贡献表：数据/建模/部署/文档逐项写人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贡献表三方签字——事后争议有据可查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高频报错：  被问倒：没准备取舍类问题 → 预演三问各写100字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署名与致谢：一张图看懂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383324"/>
            <a:ext cx="7278624" cy="371644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2a34a35dc07a8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410756"/>
            <a:ext cx="7223760" cy="36615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外键 FK 把四张表串成一张网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1:N 关系：一台设备多个测点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追问：贡献表三方签字——事后争议有据可查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一句话：团队贡献表如实填报——分工可核查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何时用：组内贡献差异的正式记录——防搭便车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一键演示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# run_all.py 12周链路一键跑通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答辩检查单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checklist = ["链路图一页", "核心指标3个…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能组织12周资产成完整…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能组织12周资产成完整故事——应用：见工单starter与教师参考…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能5分钟答辩加3分钟答问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能5分钟答辩加3分钟答问——应用：见工单starter与教师参考实现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能回应技术质询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能回应技术质询——应用：见工单starter与教师参考实现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一键演示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7FB685"/>
                </a:solidFill>
                <a:latin typeface="Consolas"/>
                <a:ea typeface="Microsoft YaHei"/>
              </a:rPr>
              <a:t># run_all.py 12周链路一键跑通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"w1_clean.py"])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"w3_model.py"])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subprocess.run(["python", "w10_rag.py"])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print("端到端演示完成")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答辩检查单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checklist = ["链路图一页", "核心指标3个", "创新点3处",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"坑与取舍各1", "演示已录屏备份"]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演示现场翻车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依赖未装路径错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提前录屏备份加环境冻结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超时被打断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细节讲太多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四段论加排练计时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被问倒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没准备取舍类问题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预演三问各写100字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知识窗 · 考点拓展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33710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33710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WINDOW · W-SP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语音识别与合成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1+X考点对照知识窗：原理入门 + 自学路径（主线之外的一扇窗）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是什么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语音识别与合成：语音转文本(STT)接入LLM、回答转语音(TTS)播报——值班工程师的'嘴巴和耳朵'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何时用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机房无音频设备，以知识窗原理+API体验课下自学；核心文本链路（工单分类）在本课M4-1实操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最小示例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whisper.transcribe(audio)→text 语音转文字；tts.synthesize(answer)→wav 文字转语音——两行接成语音助手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进阶方向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工业噪声下的语音前端（降噪/唤醒词）是真难点；多模态大模型（语音直进直出）是演进方向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本章聚焦：链路完整性 · 创新点提炼 · 答辩问答策略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Z · 综合项目答辩（下）：优化与评价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能组织12周资产成完整故事——应用：见工单starter与教师参考实现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能5分钟答辩加3分钟答问——应用：见工单starter与教师参考实现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能回应技术质询——应用：见工单starter与教师参考实现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能定稿个人项目档案袋——应用：见工单starter与教师参考实现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链路完整+能答基本问题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创新亮点+表达优秀 / 可部署演示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可部署演示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达标：创新亮点加部署演示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端到端一键run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异常恢复演示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署名开源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表达制胜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3376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3376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达标：评委评分≥85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开场30秒钩子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指标对标工单线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时间盒控制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正式答辩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973453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97345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达标：链路完整基本问题全答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5分钟陈述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答三问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提交档案袋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预答辩过关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达标：预答辩评委放行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链路图绘制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念稿排练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A层陪练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综合项目答辩：备选方案决策矩阵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W20课中查①：'演示现场翻车'这个报错怎么排查？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W20课中查②：优秀线创新亮点+表达优秀你打算怎么冲？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链路完整+能答基本问题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创新亮点+表达优秀 / 可部署演示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f2df657e1ee06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评委三问预演：最难的坑？最大的取舍？下一步？——赛前必练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档案袋定稿：代码-报告-曲线-工单十二周全归档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署名与致谢：团队贡献表如实填报——分工可核查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①工单Z收尾跑绿并上传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个人项目档案袋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学号_姓名_W20.py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综合项目答辩 · 把12周装进一个故事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课程收官：把所学串成完整交付物，答辩见真章。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工单Z跑绿并上传学习平台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综合项目答辩 · 把12周装进一个故事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W20-24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综合项目答辩（下）：优化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