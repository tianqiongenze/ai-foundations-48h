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0" r:id="rId31"/>
    <p:sldId id="281" r:id="rId32"/>
    <p:sldId id="279" r:id="rId30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0.xml"/><Relationship Id="rId31" Type="http://schemas.openxmlformats.org/officeDocument/2006/relationships/slide" Target="slides/slide18.xml"/><Relationship Id="rId32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W16 · 第16次课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YOLO实时缺陷检测（下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M3-2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86221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86221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YOLO实时缺陷检测（下）：优化与评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W16课中查①：'FPS波动大'这个报错怎么排查？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W16课中查②：优秀线mAP≥0.75你打算怎么冲？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锚框与NMS直观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输入尺寸影响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内存爆：全参微调加大图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修法：冻结加resize到128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本节主线：检测=分类+定位：YOLO一次前向出全部候选框——应用：见… / 置信度阈值：低阈值召回高但误检多，业务定夺——应用：见工单… / 输入尺寸：640到320，速度翻倍精度让步——应用：见工单…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能部署CPU实时检测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量化速度-精度取舍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本章聚焦：锚框与NMS直观 · 输入尺寸影响 · FPS测量口径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FPS测量口径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纯推理vs含前后处理——口径不同数字差几倍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mAP指标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多阈值下平均精度——统一测试集才有意义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工程权衡三问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漏一个的代价？误一个的代价？节拍多少？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FPS测量口径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纯推理vs含前后处理——口径不同数字差几倍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FPS测量口径：纯推理vs含前后处理，先约定再比较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两台设备比速度先统一口径再比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计时含预处理+推理+后处理全链路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只报纯推理FPS是耍流氓——节拍看全链路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FPS波动大：首帧含warmup → 先跑3帧预热再计时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FPS测量口径：一张图看懂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7115" y="1362456"/>
            <a:ext cx="6660505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0acd093f3f826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47" y="1389888"/>
            <a:ext cx="6605641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输入尺寸 ↑ 精度 ↑ 速度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按产线节拍反推 FPS 下限再选尺寸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追问：只报纯推理FPS是耍流氓——节拍看全链路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一句话：纯推理vs含前后处理——口径不同数字差几倍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何时用：两台设备比速度先统一口径再比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mAP指标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多阈值下平均精度——统一测试集才有意义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mAP：多阈值下平均精度，统一测试集才有意义——应用：见工单starter与教师参考实现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检测任务综合得分——框的准不准看它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results.val() 出 mAP@0.5 与 mAP@0.5:0.95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mAP没统一数据集不能比——别人的榜不是你的卷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框全叠一起：未做NMS → 按类做非极大值抑制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mAP指标：一张图看懂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a2981840e07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追问：mAP没统一数据集不能比——别人的榜不是你的卷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一句话：多阈值下平均精度——统一测试集才有意义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何时用：检测任务综合得分——框的准不准看它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工程权衡三问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漏一个的代价？误一个的代价？节拍多少？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工程权衡三问：漏一个的代价？误一个的代价？节拍多少？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缺陷检测上线评审的标准三问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三问答案写进部署方案——阈值与模型随之定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三问答不出就别上线——指标好看不等于敢用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mAP对不上：测试集口径不同 → 统一测试集与IoU0.5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工程权衡三问：一张图看懂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7115" y="1362456"/>
            <a:ext cx="6660505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5a1bbf9105244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47" y="1389888"/>
            <a:ext cx="6605641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输入尺寸 ↑ 精度 ↑ 速度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按产线节拍反推 FPS 下限再选尺寸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追问：三问答不出就别上线——指标好看不等于敢用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一句话：漏一个的代价？误一个的代价？节拍多少？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何时用：缺陷检测上线评审的标准三问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本章聚焦：锚框与NMS直观 · 输入尺寸影响 · FPS测量口径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ONNX推理口径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import onnxruntime as ort, ti…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阈值过滤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conf = out[4:].max(0)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能部署CPU预训练YO…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能部署CPU预训练YOLO推理——应用：见工单starter与教师…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能调阈值与尺寸并记录m…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能调阈值与尺寸并记录mAP和FPS——应用：见工单starter与…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能产出三方权衡报告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能产出三方权衡报告——应用：见工单starter与教师参考实现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ONNX推理口径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import onnxruntime as ort, time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sess = ort.InferenceSession("yolo.onnx")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t0 = time.perf_counter()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out = sess.run(None, {"images": x})[0]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print("FPS≈", 1 / (time.perf_counter() - t0))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阈值过滤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conf = out[4:].max(0)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keep = conf &gt; 0.4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boxes = xywh[keep]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FPS波动大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首帧含warmup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先跑3帧预热再计时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框全叠一起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未做NMS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按类做非极大值抑制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mAP对不上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测试集口径不同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统一测试集与IoU0.5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知识窗 · 考点拓展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33710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33710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WINDOW · W-MN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MNIST基准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1+X考点对照知识窗：原理入门 + 自学路径（主线之外的一扇窗）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MNIST手写数字基准：深度学习的'Hello World'——6万张28×28灰度图分0-9，业界用它验证一切新架构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何时用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入门练习/论文对照基线用；工业课用振动频谱替代（同是分类任务，数据换成车间真数据）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最小示例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(x_train,y_train),(x_test,y_test)=keras.datasets.mnist.load_data() 一行下载数据——网络结构与本课MLP完全同构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进阶方向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MNIST上准确率&gt;98%说明网络健康，工业数据不到90%是数据难不是你菜——基准思维：先易后难定位问题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本章聚焦：锚框与NMS直观 · 输入尺寸影响 · FPS测量口径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M3-2 · YOLO实时缺陷检测（下）：优化与评价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能部署CPU预训练YOLO推理——应用：见工单starter与教师参考实现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能调阈值与尺寸并记录mAP和FPS——应用：见工单starter与教师参考实现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能产出三方权衡报告——应用：见工单starter与教师参考实现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能做产线节拍适配建议——应用：见工单starter与教师参考实现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mAP≥0.60+FPS表完整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mAP≥0.75 / 给出产线节拍适配方案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M3-2 YOLO实时缺陷检测（零依赖检测器）·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输入: 64×64 产线图 · 真值框(x,y,w,h) = (30, 40, 8, 8)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检测结果: 框=(32, 40, 8, 8)  缺陷分=0.658  IoU=0.60（目标≥0.5）  FPS≈5300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滑窗尺寸 × 性能取舍表（YOLO调参的本质：感受野 vs 速度 vs 定位精度）: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win   IoU     FPS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 4   0.25    1295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16   0.00   16855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实测最优窗口 win=8（IoU=0.60）—— 窗口过小则单窗信噪比低易误检，过大则定位粗化，存在最优值；FPS 随窗口增大…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真机路径: ultralytics YOLOv8n 离线权重（data/weights/yolov8n.onnx）→ 同口径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工程化项目/m32_yolo/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src/yolo_detect/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M3-2 YOLO实时缺陷检测（零依赖检测器）·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输入: 64×64 产线图 · 真值框(x,y,w,h) = (30, 40, 8, 8)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检测结果: 框=(32, 40, 8, 8)  缺陷分=0.658  IoU=0.60（目标≥0.5）  FPS≈5300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滑窗尺寸 × 性能取舍表（YOLO调参的本质：感受野 vs 速度 vs 定位精度）: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win   IoU     FPS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 4   0.25    1295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16   0.00   16855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实测最优窗口 win=8（IoU=0.60）—— 窗口过小则单窗信噪比低易误检，过大则定位粗化，存在最优值；FPS 随窗口增大…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真机路径: ultralytics YOLOv8n 离线权重（data/weights/yolov8n.onnx）→ 同口径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速度冲优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478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478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达标：mAP≥0.75或加速≥50%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ONNX量化半精度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对比加速比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精度损失可控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权衡报告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达标：给出推荐点及理由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业务代价假设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选工作点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节拍适配建议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双维扫描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651172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6511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达标：mAP≥0.60表完整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阈值3档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尺寸2档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表化mAP和FPS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默认参数推理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33761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3376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达标：基线mAP有数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加载预训练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跑测试集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YOLO实时缺陷检测：备选方案决策矩阵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W16课中查①：'FPS波动大'这个报错怎么排查？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W16课中查②：优秀线mAP≥0.75你打算怎么冲？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mAP≥0.60+FPS表完整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mAP≥0.75 / 给出产线节拍适配方案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b8d14776ecac5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FPS测量口径：纯推理vs含前后处理——口径不同数字差几倍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mAP指标：多阈值下平均精度——统一测试集才有意义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工程权衡三问：漏一个的代价？误一个的代价？节拍多少？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①工单M3-2收尾跑绿并上传 ②错题本记1条 ③预习微课+导学单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工单M3-2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学号_姓名_W16.py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LLM故障诊断（上）：基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工单M3-2跑绿并上传学习平台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LLM故障诊断（上）：基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YOLO实时缺陷检测（下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