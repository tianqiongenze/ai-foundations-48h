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W15 · 第14次课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ResNet迁移学习（下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M3-1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657861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6578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ResNet迁移学习（下）：优化与评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W15课中查①：'内存爆'这个报错怎么排查？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W15课中查②：优秀线准确率≥85%你打算怎么冲？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预训练权重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冻结层与学习率分层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Conv输入报维度：未加channel维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修法：reshape成N1HW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本节主线：迁移学习=站在巨人肩上：ImageNet权重reuse到缺… / 冻结backbone只训分类头：小样本第一选择——应用：见… / 分层学习率：底层通用特征小步、任务层大步——应用：见工单s…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理解迁移学习价值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完成冻结/微调取舍实验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本章聚焦：预训练权重 · 冻结层与学习率分层 · 小样本陷阱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数据增强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("数据增强=训练时随机翻转/旋转/加噪/亮度抖动：一张图变十张'…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小样本陷阱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('小样本陷阱=测试集泄漏(增强图同时进train/test)、类…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CPU友好策略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('CPU友好策略=小输入(224→128)、混合精度推理、bat…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数据增强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翻转/裁剪/旋转让200张变2000张有效样本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原理：数据增强=训练时随机翻转/旋转/加噪/亮度抖动：一张图变十张'新样本'——免费扩容且教模型学'不变的本质'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缺陷角度多样但样本少——增强即免费扩样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怎么判断：小样本必修课：200张实拍图+增强≈等效上千张；但测试集不增强（测的是真实分布）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ImageDataGenerator(rotation_range=15)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逐行看：RandomFlip('horizontal')；RandomRotation(10)；RandomBrightness(0.2) 组合流水线——每epoch同图不同形态，模型学'缺陷长啥样…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误区：增强过度——工业品固定朝向别乱翻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进阶：增强强度别过头（旋转180°的焊缝物理上不存在=教坏）； albumentations库工业级管道（进阶）；针对缺陷的合成增强（CopyPaste缺陷块）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数据增强：一张图看懂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bbf21c7079d78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追问：误区：增强过度——工业品固定朝向别乱翻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一句话：翻转/裁剪/旋转让200张变2000张有效样本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何时用：缺陷角度多样但样本少——增强即免费扩样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小样本陷阱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测试集也小指标波动大——多seed取均值才可信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原理：小样本陷阱=测试集泄漏(增强图同时进train/test)、类别失衡(缺陷仅30张)、验证集过小波动大——三坑不防，85%可能是假象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报告写95%但换个seed变88%——单次不可靠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怎么判断：200张图的每个百分点都贵：先切分再增强（防泄漏）、分层抽样（防失衡）、k折交叉（防波动）——评估纪律优先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跑5个seed取mean±std写进报告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逐行看：split先行，augmentation只在train做——顺序反了=同一原图的变体两边都有，测试白给分；缺陷类仅30张时stratify必开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单次高分多为运气——波动区间比点估计诚实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进阶：留一法LOO榨干小数据；测试集做置信区间（30样本的95%CI宽得惊人）；对外汇报附样本量——'85%(n=200)'才是诚实写法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小样本陷阱：一张图看懂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203c176d0542f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追问：单次高分多为运气——波动区间比点估计诚实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一句话：测试集也小指标波动大——多seed取均值才可信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何时用：报告写95%但换个seed变88%——单次不可靠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CPU友好策略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小图+冻结层几分钟出结果——没GPU也能练CNN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原理：CPU友好策略=小输入(224→128)、混合精度推理、batch=1流式、INT8量化——没有GPU的机房照样跑深度模型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机房机器无显卡——架构选择绕开算力墙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怎么判断：边缘部署预算约束下的组合拳：输入尺寸砍半速度×3（精度-1~2pt可换）——工程权衡的现场教学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输入缩到96×96 + 全冻结backbone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逐行看：torch.save(model.half()) FP16减半内存；ONNX导出+量化INT8体积/4、CPU快2x——两步把ResNet塞进边缘盒子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先CPU跑通全流程——GPU只是加速不是必须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进阶：ONNX Runtime(本课主线)替代torch推理（快且免torch依赖）；剪枝去冗余通道；蒸馏小模型学大模型——压缩三板斧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CPU友好策略：一张图看懂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79caf47be05a4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卷积核像手电筒扫图加权求和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先追形状再查数值：形状对不上是新手报错第一名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追问：先CPU跑通全流程——GPU只是加速不是必须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一句话：小图+冻结层几分钟出结果——没GPU也能练CNN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何时用：机房机器无显卡——架构选择绕开算力墙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本章聚焦：预训练权重 · 冻结层与学习率分层 · 小样本陷阱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替换分类头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torchvision.models as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微调解冻末段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for p in net.layer4.parameter…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能加载预训练ResNe…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能加载预训练ResNet并替换分类头——应用：见工单starter…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能完成冻结vs微调对比…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能完成冻结vs微调对比实验——应用：见工单starter与教师参考…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能使用数据增强扩充样本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能使用数据增强扩充样本——应用：见工单starter与教师参考实现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替换分类头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import torchvision.models as M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net = M.resnet18(weights=M.ResNet18_Weights.IMAGENET1K_V1)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p in net.parameters(): p.requires_grad = False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net.fc = nn.Linear(net.fc.in_features,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微调解冻末段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p in net.layer4.parameters(): p.requires_grad = True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opt = torch.optim.AdamW([{"params": net.fc.parameters(), "lr": 1e-3},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             {"params": net.layer4.parameters(), "lr": 1e-5}])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内存爆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全参微调加大图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冻结加resize到128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微调后变差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lr过大冲毁权重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分层lr且末段1e-5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指标波动大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小样本单seed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3个seed取均值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本章聚焦：预训练权重 · 冻结层与学习率分层 · 小样本陷阱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M3-1 · ResNet迁移学习（下）：优化与评价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能加载预训练ResNet并替换分类头——应用：见工单starter与教师参考实现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能完成冻结vs微调对比实验——应用：见工单starter与教师参考实现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能使用数据增强扩充样本——应用：见工单starter与教师参考实现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能写实验对照表结论——应用：见工单starter与教师参考实现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准确率≥75%+对比表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准确率≥85% / 冻结边界论证充分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工程化项目/m31_transfer/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src/transfer_learning/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冻结边界论证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达标：准确率≥85%加曲线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逐层解冻实验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性能可训参数曲线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给出边界建议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增强增益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达标：≥80%或增强有效论证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RandomResizedCrop等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前后对比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结论写证据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对比实验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达标：准确率≥75%加对照表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冻结基线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解冻layer4微调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同seed对照表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冻结版跑通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74932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7493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达标：准确率≥70%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加载weights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换fc层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只训头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ResNet迁移学习：备选方案决策矩阵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W15课中查①：'内存爆'这个报错怎么排查？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W15课中查②：优秀线准确率≥85%你打算怎么冲？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准确率≥75%+对比表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准确率≥85% / 冻结边界论证充分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155e3818c7840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数据增强：翻转/裁剪/旋转让200张变2000张有效样本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小样本陷阱：测试集也小指标波动大——多seed取均值才可信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CPU友好策略：小图+冻结层几分钟出结果——没GPU也能练CNN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①工单M3-1收尾跑绿并上传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工单M3-1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学号_姓名_W15.py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YOLO实时缺陷检测（上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工单M3-1跑绿并上传学习平台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YOLO实时缺陷检测（上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ResNet迁移学习（下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