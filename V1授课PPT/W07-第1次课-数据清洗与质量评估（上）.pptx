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W07 · 第1次课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数据清洗与质量评估（上）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M1-1a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2942717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29427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数据清洗与质量评估（上）：基础实现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-1a：清洗出一份可信的数据质量报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M1-1a · 数据清洗与质量评估（上）：基础实现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能用Pandas完成缺失/异常/重复三类处理——应用：见工单starter与教师参考实现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能输出结构化质量报告（三清单+评分）——应用：见工单starter与教师参考实现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会用Pandas完成缺失值与异常值处理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能输出结构化数据质量报告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本章聚焦：缺失率统计与处理策略 · 3σ与IQR异常识别 · 质量评分口径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数据质量三清单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("数据质量三清单=缺失(断线丢点)/异常(超量程毛刺)/重复(重…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缺失处理四策略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("缺失四策略=删(dropna)/数值插补(中位数)/类别兜底(…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异常识别两把尺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('异常识别两把尺=3σ（正态分布，±3倍标准差外占0.3%）与I…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数据质量三清单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脏数据体检表：缺失/异常/重复三类逐项过一遍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原理：数据质量三清单=缺失(断线丢点)/异常(超量程毛刺)/重复(重发双录)——三类体检项目过一遍，'数据能不能用'心里有底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传感器断线丢点、PLC毛刺、重复上报的排查入口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怎么判断：建模前必做体检：缺多少、怪多少、重多少各画一张分布——跳过体检直接建模=沙上建塔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df.isna().sum() + df.duplicated().sum() 两行摸底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逐行看：df.isna().sum() 各列缺多少；((df['temp']&lt;-20)|(df['temp']&gt;200)).sum() 越量程多少；df.duplicated().sum() 重复行…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误区：只查缺失不查重复——重复样本让验证虚高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进阶：missingno矩阵图可视化缺失模式（随机缺失vs成片缺失成因不同）；体检结果写进质量报告首页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数据质量三清单：一张图看懂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506c995e5d819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追问：误区：只查缺失不查重复——重复样本让验证虚高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一句话：脏数据体检表：缺失/异常/重复三类逐项过一遍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何时用：传感器断线丢点、PLC毛刺、重复上报的排查入口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缺失处理四策略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删行/前向填充/均值/插值——四种补洞手艺各有代价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原理：缺失四策略=删(dropna)/数值插补(中位数)/类别兜底('未知')/插值(interpolate按趋势)——按缺失机制与列型选药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温度断点用前向填充、孤立坏点才删行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怎么判断：随机散点缺失→插补保样本量；成片缺失(设备断电2小时)→插值造假日趋势，标记缺失列更诚实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df['temp'].interpolate() 时序插值最合理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逐行看：df['temp']=df['temp'].fillna(df['temp'].median()) 稳妥补值；df['temp']=df['temp'].interpolate() 按时序趋…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误区：一律fillna(0)——零值混进均值把分布拉歪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进阶：KNN插补借相似设备；前向填充ffill()适合缓慢变量；策略与理由必须写进报告——'为什么这么补'比补了什么更重要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异常识别两把尺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3σ看正态尾巴、IQR箱线图对偏态稳健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原理：异常识别两把尺=3σ（正态分布，±3倍标准差外占0.3%）与IQR（四分位，不假设分布）——正态用前者、偏态/有毛刺用后者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振动尖峰、电流突变是否算异常的判据选择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怎么判断：先看分布形状再选尺：直方图对称像钟→3σ；右偏有长尾→IQR——用错尺误杀真故障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IQR上界=Q3+1.5×IQR，逐列扫描标记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逐行看：z=(df['vib']-mean)/std; mask=z.abs()&gt;3 正态尺；IQR版见pp课——两把尺各跑一遍，交集最稳、并集人工复核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误区：两把尺混用不看分布——先画直方图再选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进阶：变换后识别（log变换压长尾再3σ）；多维异常（单列正常、组合反常）用孤立森林——进阶武器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异常识别两把尺：一张图看懂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6ffaf975d594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追问：误区：两把尺混用不看分布——先画直方图再选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一句话：3σ看正态尾巴、IQR箱线图对偏态稳健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何时用：振动尖峰、电流突变是否算异常的判据选择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本章聚焦：缺失率统计与处理策略 · 3σ与IQR异常识别 · 质量评分口径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清洗骨架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df = pd.read_csv("pump_log.cs…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IQR异常识别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q1, q3 = df["temp"].quantile(…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能用Pandas完成缺…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能用Pandas完成缺失/异常/重复三类处理——应用：见工单sta…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能输出结构化质量报告（…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能输出结构化质量报告（三清单+评分）——应用：见工单starter…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能为每个清洗策略写出业…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能为每个清洗策略写出业务理由——应用：见工单starter与教师参…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清洗骨架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df = pd.read_csv("pump_log.csv", parse_dates=["ts"])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miss = df.isna().sum()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print("缺失率:\n", (miss / len(df)).round(3))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df["temp"] = df["temp"].ffill()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IQR异常识别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q1, q3 = df["temp"].quantile([.25, .75])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iqr = q3 - q1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mask = ~df["temp"].between(q1 - 1.5 * iqr, q3 + 1.5 * iqr)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print("异常行数:", mask.sum())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KeyError列名错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列名大小写或空格不符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df.columns先查看并strip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清洗后行数骤减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dropna默认any整行删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指定subset为关键列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报告数字对不上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处理顺序不同口径漂移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固定缺失-异常-重复顺序并留痕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本章聚焦：缺失率统计与处理策略 · 3σ与IQR异常识别 · 质量评分口径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M1-1a · 数据清洗与质量评估（上）：基础实现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能用Pandas完成缺失/异常/重复三类处理——应用：见工单starter与教…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能输出结构化质量报告（三清单+评分）——应用：见工单starter与教师参考实现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能为每个清洗策略写出业务理由——应用：见工单starter与教师参考实现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能用分布图验证清洗未伤及正常数据——应用：见工单starter与教师参考实现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缺失处理率≥95% / 报告三清单齐全 / 策略有业务理由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预测缺失（进阶） / 质量评分≥90 / 报告可直接交付老周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M1-1a 数据清洗与质量评估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原始数据: 300 行  (缺测 14 / 超限 6 / 负值 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解A 纯Python循环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解B Pandas掩码链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双解互验: 行数一致=True  口径一致=True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剔除合计 25 行（缺测+负值+超限），保留率 91.7%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两解同口径同结果 → 清洗规则已冻结；清洗留痕（前后行数与分布）即过程性证据。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工程化项目/m11a_data_quality/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src/data_quality48/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M1-1a 数据清洗与质量评估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原始数据: 300 行  (缺测 14 / 超限 6 / 负值 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解A 纯Python循环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解B Pandas掩码链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双解互验: 行数一致=True  口径一致=True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剔除合计 25 行（缺测+负值+超限），保留率 91.7%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两解同口径同结果 → 清洗规则已冻结；清洗留痕（前后行数与分布）即过程性证据。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预测缺失进阶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357120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35712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达标：预测填充优于均值且论证清楚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用其余特征建模预测缺失值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与均值填充对比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报告附录给出增益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策略有据可依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81742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81742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达标：评分≥85且理由完整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每策略写业务理由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分布图前后对比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质量评分计算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431536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报告排版成文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三清单全跑通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1023" y="3236976"/>
            <a:ext cx="233921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1023" y="3236976"/>
            <a:ext cx="233921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达标：缺失处理率≥95%+三清单齐全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全表缺失统计与策略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IQR识别异常列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duplicated去重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1023" y="5431536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汇总三清单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跟做完成单列缺失清洗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12351" y="3236976"/>
            <a:ext cx="2436411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2351" y="3236976"/>
            <a:ext cx="243641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达标：温度列缺失率降为0且行数不变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读CSV看info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对温度列isna统计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ffill前向填充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2351" y="5431536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输出处理前后对比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数据清洗与质量评估：备选方案决策矩阵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W4课前测①：本课工单M1-1a的及格线是什么？（答：缺失处理率≥95%）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W4课前测②：'Pandas缺失处理四策略'用一句话说说你的理解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缺失处理率≥95% / 报告三清单齐全 / 策略有业务理由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预测缺失（进阶） / 质量评分≥90 / 报告可直接交付老周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5ac1d895445bc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数据质量三清单：脏数据体检表：缺失/异常/重复三类逐项过一遍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缺失处理四策略：删行/前向填充/均值/插值——四种补洞手艺各有…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异常识别两把尺：3σ看正态尾巴、IQR箱线图对偏态稳健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①工单M1-1a收尾跑绿并上传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工单M1-1a+预习卡W5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学号_姓名_W07.py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数据清洗与质量评估（下）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工单M1-1a跑绿并上传学习平台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数据清洗与质量评估（下）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数据清洗与质量评估（上）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