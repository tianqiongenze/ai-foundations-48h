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3" r:id="rId34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81" r:id="rId32"/>
    <p:sldId id="282" r:id="rId33"/>
    <p:sldId id="280" r:id="rId31"/>
    <p:sldId id="274" r:id="rId25"/>
    <p:sldId id="275" r:id="rId26"/>
    <p:sldId id="276" r:id="rId27"/>
    <p:sldId id="277" r:id="rId28"/>
    <p:sldId id="278" r:id="rId29"/>
    <p:sldId id="279" r:id="rId30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1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W19 · 第21次课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多智能体检修调度（上）：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38517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385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M5-1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5757" y="3931920"/>
            <a:ext cx="2787904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5757" y="3931920"/>
            <a:ext cx="278790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多智能体检修调度（上）：基础实现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三台泵站三个智能体，谁先检修、谁让路？gym-industrial仿真环境上线——工单M5-1：多智能体协调，奖励函数就是老周的管理哲学。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专业核心课扩展版：数据→ML→DL→视觉→大模型→智能体全谱系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AI应用工程师 / 工业视觉开发 / 工业互联网数据分析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1+X AI应用实践（初级=M1-M3 / 中级=M4 / 高级=M5）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前：零基础并行开设 → 本课第12周、第10-20周12周×4课时 → 后：项目实战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逻辑回归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W19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工单M5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连续剧情 · 你（小郑）的第21次出场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57636"/>
            <a:ext cx="4261104" cy="32226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85068"/>
            <a:ext cx="4206240" cy="3167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231D3D"/>
                </a:solidFill>
                <a:latin typeface="Microsoft YaHei"/>
                <a:ea typeface="Microsoft YaHei"/>
              </a:rPr>
              <a:t>三台泵站三个智能体，谁先检修、谁让路？gym-industrial仿真环境上线——工单M5-1：多智能体协调，奖励函数就是老周的管理哲学。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M5-1 · 多智能体检修调度（上）：基础实现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能跑通仿真环境随机基线——应用：见工单starter与教师参考实现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能设计奖励函数并说明规则来源——应用：见工单starter与教师参考实现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5A7D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老周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9864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864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林工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850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850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理解状态-动作-奖励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设计多智能体奖励函数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1.回顾预习卡与微课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78094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78094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2.知识精讲（先例后理）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3.演示代码骨架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55478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55478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4.基础实现（D/C层…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533245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53324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5.小结+布置第2次课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本章聚焦：MDP直观版 · 奖励=管理哲学 · 课程表调度映射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强化学习三要素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状态/动作/奖励——智能体在试错中学会策略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奖励函数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奖励什么就得到什么——奖励函数是管理哲学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多智能体分工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感知/调度/执行三类agent各司其职——像班组分工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B01 强化学习三要素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状态/动作/奖励——智能体在试错中学会策略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强化学习三要素：状态动作奖励，试错中学会策略——应用：见工单starter与教师参考实现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排产调度这类'规则写不全'的决策问题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现场还原：三台泵站三个智能体，谁先检修、谁让路？gym-industrial仿真环境上线——工单M5-1：多智能体协调，奖励函数就是老周的管理哲学。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state=队列, action=派人, reward=-停机时间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误区：RL万能——奖励难设计时规则引擎更稳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env注册不到：未装课程工具包 → pip install工具包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强化学习三要素：一张图看懂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553e3887e985a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追问：误区：RL万能——奖励难设计时规则引擎更稳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一句话：状态/动作/奖励——智能体在试错中学会策略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何时用：排产调度这类'规则写不全'的决策问题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B02 奖励函数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奖励什么就得到什么——奖励函数是管理哲学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奖励函数=管理哲学：奖励什么就得到什么——应用：见工单starter与教师参考实现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设计调度目标的唯一表达——写错全盘皆输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现场还原：三台泵站三个智能体，谁先检修、谁让路？gym-industrial仿真环境上线——工单M5-1：多智能体协调，奖励函数就是老周的管理哲学。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reward = -1*停机时长 - 0.1*换型次数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只奖产量会忘了质量——多目标加权平衡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训练不收敛：奖励尺度失衡 → 归一化到-1到1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奖励函数：一张图看懂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7d8aa397dbfde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追问：只奖产量会忘了质量——多目标加权平衡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一句话：奖励什么就得到什么——奖励函数是管理哲学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何时用：设计调度目标的唯一表达——写错全盘皆输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B03 多智能体分工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感知/调度/执行三类agent各司其职——像班组分工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多智能体分工：感知调度执行三类agent——应用：见工单starter与教师参考实现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车间级智能体系统——职责分离才可调试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现场还原：三台泵站三个智能体，谁先检修、谁让路？gym-industrial仿真环境上线——工单M5-1：多智能体协调，奖励函数就是老周的管理哲学。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感知agent读传感→调度agent决策→执行agent下单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误区：一个agent包打天下——分工是可维护性前提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高分业务差：奖励与目标错位 → 回到老周规则重设计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多智能体分工：一张图看懂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363df96e81193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追问：误区：一个agent包打天下——分工是可维护性前提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一句话：感知/调度/执行三类agent各司其职——像班组分工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何时用：车间级智能体系统——职责分离才可调试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本章聚焦：MDP直观版 · 奖励=管理哲学 · 课程表调度映射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环境骨架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env = gym.make("industrial-sc…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奖励设计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reward(state, action, nex…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能跑通仿真环境随机基线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能跑通仿真环境随机基线——应用：见工单starter与教师参考实现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能设计奖励函数并说明规…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能设计奖励函数并说明规则来源——应用：见工单starter与教师参…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能训练简单策略提升协调…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能训练简单策略提升协调正确率——应用：见工单starter与教师参…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环境骨架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env = gym.make("industrial-sched-v0")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s = env.reset()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for _ in range(200):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a = policy(s)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s, r, done, info = env.step(a)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total += 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奖励设计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def reward(state, action, next_state):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r = -next_state.downtime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if action.is_idle and state.queue: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r -= 5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return 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15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env注册不到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未装课程工具包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pip install工具包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训练不收敛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奖励尺度失衡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归一化到-1到1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高分业务差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奖励与目标错位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回到老周规则重设计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知识窗 · 考点拓展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24741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247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WINDOW · W-RPI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树莓派/工业网关边缘部署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1+X考点对照知识窗：原理入门 + 自学路径（主线之外的一扇窗）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是什么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树莓派/工业网关部署：把ONNX模型放进巴掌大的边缘盒子，现场毫秒级推理——数据不出厂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何时用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无GPU机房、网络带宽紧张、隐私敏感（工艺参数不出厂）三大场景；本课用边缘网关模拟等效实验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最小示例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onnx_model=onnx.load('m.onnx'); sess=ort.InferenceSession('m.onnx') 网关上两行起服务——树莓派同构（ARM版ONNX Runtime）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进阶方向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TensorRT/RKNN等NPU加速（进阶）；边缘-云协同：边缘跑推理、云端跑重训——部署架构演进主线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本章聚焦：MDP直观版 · 奖励=管理哲学 · 课程表调度映射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M5-1 · 多智能体检修调度（上）：基础实现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能跑通仿真环境随机基线——应用：见工单starter与教师参考实现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能设计奖励函数并说明规则来源——应用：见工单starter与教师参考实现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能训练简单策略提升协调正确率——应用：见工单starter与教师参考实现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能发现并修复奖励漏洞——应用：见工单starter与教师参考实现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正确率≥75%+说明书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正确率≥90%或自适应策略 / 发现并修复1个奖励漏洞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M5-1 多智能体检修调度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环境: 两江智造运维中心 3 台泵站 · 每步派 1 人检修或等待 · 停机计罚(-1/台) / 空转重罚(-5)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三策略对照（同一随机种子 42 · 200 步）: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策略                           总奖励       协调正确率      停机步数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解A 随机                     -404.0      20.9%       144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解B 奖励导向(含预检)               -91.0      19.6%        43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解C 安全优先(仅告警)              -788.0     100.0%        76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结论（本课最重要的工程判断）: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进阶(优秀): 在'安全优先'上叠加感知层——预测下一告警泵并提前派检，可同时抬高正确率与奖励。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工程化项目/m51_multiagent/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src/multiagent_sched/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M5-1 多智能体检修调度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环境: 两江智造运维中心 3 台泵站 · 每步派 1 人检修或等待 · 停机计罚(-1/台) / 空转重罚(-5)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三策略对照（同一随机种子 42 · 200 步）: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策略                           总奖励       协调正确率      停机步数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解A 随机                     -404.0      20.9%       144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解B 奖励导向(含预检)               -91.0      19.6%        43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解C 安全优先(仅告警)              -788.0     100.0%        76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结论（本课最重要的工程判断）: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进阶(优秀): 在'安全优先'上叠加感知层——预测下一告警泵并提前派检，可同时抬高正确率与奖励。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自适应策略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2014377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201437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达标：正确率≥90%或泛化实验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课程难度递增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策略泛化测试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说明书v2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堵漏洞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796966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79696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达标：修复1个漏洞有证据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观察钻空行为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加惩罚项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前后对比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奖励v1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88648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88648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达标：正确率≥75%加说明书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写reward函数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接入训练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正确率对比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随机策略基线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达标：基线数据可复现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env.reset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随机action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统计正确率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多智能体检修调度：备选方案决策矩阵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W19课前测①：本课工单M5-1的及格线是什么？（答：正确率≥75%+说明书）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W19课前测②：'状态-动作-奖励'用一句话说说你的理解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正确率≥75%+说明书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正确率≥90%或自适应策略 / 发现并修复1个奖励漏洞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25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b971eb0e9ce0c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强化学习三要素：状态/动作/奖励——智能体在试错中学会策略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奖励函数：奖励什么就得到什么——奖励函数是管理哲学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多智能体分工：感知/调度/执行三类agent各司其职——像班…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①工单M5-1收尾跑绿并上传 ②错题本记1条 ③预习微课+导学单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26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工单M5-1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学号_姓名_W19.py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多智能体检修调度（下）：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工单M5-1跑绿并上传学习平台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多智能体检修调度（下）：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W19-21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多智能体检修调度（上）：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