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2" r:id="rId33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80" r:id="rId31"/>
    <p:sldId id="281" r:id="rId32"/>
    <p:sldId id="279" r:id="rId30"/>
    <p:sldId id="273" r:id="rId24"/>
    <p:sldId id="274" r:id="rId25"/>
    <p:sldId id="275" r:id="rId26"/>
    <p:sldId id="276" r:id="rId27"/>
    <p:sldId id="277" r:id="rId28"/>
    <p:sldId id="278" r:id="rId29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0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W17 · 第17次课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LLM故障诊断（上）：基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38517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385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M4-1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5757" y="3931920"/>
            <a:ext cx="2456604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5757" y="3931920"/>
            <a:ext cx="2456604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LLM故障诊断（上）：基础实现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老周的终极愿望启动：'给集团造个不睡觉的值班工程师。'本地大模型就位，吴工提醒：'Prompt就是你的管理能力。'工单M4-1：LLM故障诊断，同一问题三种问法，对比优化。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专业核心课扩展版：数据→ML→DL→视觉→大模型→智能体全谱系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AI应用工程师 / 工业视觉开发 / 工业互联网数据分析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1+X AI应用实践（初级=M1-M3 / 中级=M4 / 高级=M5）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前：零基础并行开设 → 本课第12周、第10-20周12周×4课时 → 后：项目实战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逻辑回归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W17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连续剧情 · 你（小郑）的第17次出场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57636"/>
            <a:ext cx="4261104" cy="32226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85068"/>
            <a:ext cx="4206240" cy="3167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231D3D"/>
                </a:solidFill>
                <a:latin typeface="Microsoft YaHei"/>
                <a:ea typeface="Microsoft YaHei"/>
              </a:rPr>
              <a:t>老周的终极愿望启动：'给集团造个不睡觉的值班工程师。'本地大模型就位，吴工提醒：'Prompt就是你的管理能力。'工单M4-1：LLM故障诊断，同一问题三种问法，对比优化。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M4-1 · LLM故障诊断（上）：基础实现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能调用本地LLM服务完成诊断问答——应用：见工单starter与教师参考实现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能设计并对比三种Prompt——应用：见工单starter与教师参考实现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F5A7D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老周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9864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864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林工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850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850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掌握LLM API调用与容错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Prompt工程A/B对比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1.回顾预习卡与微课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78094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78094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2.知识精讲（先例后理）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3.演示代码骨架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554784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55478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4.基础实现（D/C层…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533245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53324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5.小结+布置第2次课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本章聚焦：OpenAI兼容接口 · 角色/示例/思维链模板 · 重试与降级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LLM调用本质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("LLM调用本质=文本进文本出的API：把问题(prompt)发…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Prompt三模板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('Prompt三模板=角色(你是设备工程师)+任务(诊断该故障)…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思维链提示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("思维链提示=让模型'先写推理过程再给答案'（加一句'请一步步分…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B01 LLM调用本质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就是HTTP+JSON——OpenAI兼容接口四字段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原理：LLM调用本质=文本进文本出的API：把问题(prompt)发给远端/本地模型，返回生成文本——没有魔法，是概率化的'接话'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去神秘化：大模型不是魔法是一个API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怎么判断：把LLM当'很有经验的实习生'：给它清晰的指令+参考资料，它给初稿——不神化不矮化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requests.post(url, json={'messages':…})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逐行看：resp=llm(prompt) 输入字符串；resp.choices[0].text 取生成文本——参数temperature控随机度（0稳1放飞）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误区：以为要装'大模型驱动'——标准HTTP即可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进阶：max_tokens限长控成本；本地部署(ollama)替代API保数据不出厂——工业场景的本地化路线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LLM调用本质：一张图看懂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7238608d19d15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追问：误区：以为要装'大模型驱动'——标准HTTP即可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一句话：就是HTTP+JSON——OpenAI兼容接口四字段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何时用：去神秘化：大模型不是魔法是一个API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B02 Prompt三模板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朴素/角色设定/少样本示例——三档递进对比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原理：Prompt三模板=角色(你是设备工程师)+任务(诊断该故障)+约束(按JSON输出/只依据给定资料)——结构化指令驯服模型输出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同问题换模板对比效果——prompt即编程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怎么判断：生产用途的prompt必须三件齐全：缺角色则口吻飘、缺任务则答非所问、缺约束则格式乱没法接程序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role='system': '你是质检顾问'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逐行看：'你是资深设备工程师。根据以下报修单诊断可能故障并给出排查步骤。输出JSON：{cause,steps[]}' —— 三要素一段全含，输出可解析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误区：prompt越长越好——指令清晰胜过堆字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进阶：few-shot给2~3示例定格式；system/user消息分离；prompt版本化管理（改prompt=改代码要走评审）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Prompt三模板：一张图看懂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4112" y="1362456"/>
            <a:ext cx="668651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6f8671f73c486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44" y="1389888"/>
            <a:ext cx="663164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温度用 float：留小数才精确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'78.5' 加引号就是文本不能加减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追问：误区：prompt越长越好——指令清晰胜过堆字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一句话：朴素/角色设定/少样本示例——三档递进对比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何时用：同问题换模板对比效果——prompt即编程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B03 思维链提示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让模型一步一步想——复杂问题分步解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原理：思维链提示=让模型'先写推理过程再给答案'（加一句'请一步步分析'）：中间步骤显式化，复杂诊断准确率显著提升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故障排查/方案评审类多步推理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怎么判断：多跳推理任务（故障→原因→措施链）开CoT；简单分类任务开CoT反而啰嗦——按任务复杂度选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'先列出可能原因，再逐一分析，最后给结论'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逐行看：prompt尾部加'请逐步分析再给结论' —— 模型输出先推理段后结论段；对比实验：直答70% vs CoT 85%（同题集）——提升可量化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CoT对简单问题是浪费——一步能答的别绕路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进阶：零样本CoT（一句话触发）vs 少样本CoT（给推理示例）；结构化输出时让推理走'分析'字段、结论走'答案'字段两分离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思维链提示：一张图看懂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9658f1c41de7c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追问：CoT对简单问题是浪费——一步能答的别绕路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一句话：让模型一步一步想——复杂问题分步解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何时用：故障排查/方案评审类多步推理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本章聚焦：OpenAI兼容接口 · 角色/示例/思维链模板 · 重试与降级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调用骨架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r = requests.post(BASE + "/v1…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容错三件套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for i in range(3):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能调用本地LLM服务完…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能调用本地LLM服务完成诊断问答——应用：见工单starter与教…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能设计并对比三种Pro…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能设计并对比三种Prompt——应用：见工单starter与教师参…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能统计提升幅度并留证据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能统计提升幅度并留证据——应用：见工单starter与教师参考实现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调用骨架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r = requests.post(BASE + "/v1/chat/completions",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             json={"messages": [{"role": "user", "content": q}]}, timeout=5)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print(r.json()["choices"][0]["message"]["content"])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容错三件套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完整上下文见工单与 starter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for i in range(3):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try: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    return ask(q)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except requests.RequestException: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    time.sleep(2 ** i)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return "[降级] 已转人工工单通道。"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本段为函数体/流程节选——完整可运行版本在 starter 与教师参考，课堂按工单步骤跟打。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Connection refused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mock服务未启动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先python mock_llm_server.py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回答不稳定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未固定温度seed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temperature为0对比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提升测不出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题目太简单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换多步推理题集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本章聚焦：OpenAI兼容接口 · 角色/示例/思维链模板 · 重试与降级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M4-1 · LLM故障诊断（上）：基础实现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能调用本地LLM服务完成诊断问答——应用：见工单starter与教师参考实现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能设计并对比三种Prompt——应用：见工单starter与教师参考实现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能统计提升幅度并留证据——应用：见工单starter与教师参考实现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能实现重试与降级——应用：见工单starter与教师参考实现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对比表完整+提升≥20%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提升≥35%或自创模板 / 多轮对话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M4-1 LLM 故障诊断·三版 Prompt 对比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问题（仅给症状，不含诊断关键词）: 3号泵振动在爬升，运转声音发闷，帮我看看。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[朴素] 质量分=0.5  较朴素 +0%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回答: 建议：检查电源。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[角色] 质量分=1.0  较朴素 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回答: 建议：更换轴承（依据：3号泵振动在爬升，运转声…）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[示例] 质量分=1.0  较朴素 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回答: 建议：更换轴承（依据：3号泵振动在爬升，运转声…）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说明: 本演示走 starter 的离线规则通道（口径一致、零依赖）；设 OPENAI_BASE_URL 或起 工具/mock…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工程化项目/m41_prompt_lab/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src/prompt_lab/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M4-1 LLM 故障诊断·三版 Prompt 对比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问题（仅给症状，不含诊断关键词）: 3号泵振动在爬升，运转声音发闷，帮我看看。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[朴素] 质量分=0.5  较朴素 +0%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回答: 建议：检查电源。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[角色] 质量分=1.0  较朴素 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回答: 建议：更换轴承（依据：3号泵振动在爬升，运转声…）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[示例] 质量分=1.0  较朴素 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回答: 建议：更换轴承（依据：3号泵振动在爬升，运转声…）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说明: 本演示走 starter 的离线规则通道（口径一致、零依赖）；设 OPENAI_BASE_URL 或起 工具/mock…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自创模板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2467104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246710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达标：提升≥35%或多轮对话（或完成…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结合故障话术设计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A/B验证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入库分享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431536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F5A7D"/>
                </a:solidFill>
                <a:latin typeface="Microsoft YaHei"/>
                <a:ea typeface="Microsoft YaHei"/>
              </a:rPr>
              <a:t>· 选做：用工具/campus_skills给自己的大学生活造一个时间管理智能体(3个Skill,不限平台)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容错演练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09695" y="3236976"/>
            <a:ext cx="1973453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9695" y="3236976"/>
            <a:ext cx="197345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达标：断服不崩溃有降级话术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retries为2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关服务测降级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日志留痕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三模板对比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61023" y="3236976"/>
            <a:ext cx="1758599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1023" y="3236976"/>
            <a:ext cx="175859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达标：提升≥20%加对比表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角色示例版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同题各跑3次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正确率统计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朴素版跑通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12351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2351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达标：能出回答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requests.post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取choices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打印回答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LLM故障诊断：备选方案决策矩阵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W17课前测①：本课工单M4-1的及格线是什么？（答：对比表完整+提升≥20%）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W17课前测②：'OpenAI兼容接口'用一句话说说你的理解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对比表完整+提升≥20%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提升≥35%或自创模板 / 多轮对话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8a80504a90aa0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LLM调用本质：就是HTTP+JSON——OpenAI兼容接口…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Prompt三模板：朴素/角色设定/少样本示例——三档递进对比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思维链提示：让模型一步一步想——复杂问题分步解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①工单M4-1收尾跑绿并上传 ②错题本记1条 ③预习微课+导学单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工单M4-1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学号_姓名_W17.py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LLM故障诊断（下）：优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值班助手1.0总爱'一本正经地胡说'。林工：'让它有据可查——RAG。'知识库、检索、引用标注三件套——工单M4-2：让每条建议都挂着出处。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工单M4-1跑绿并上传学习平台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LLM故障诊断（下）：优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W17-17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LLM故障诊断（上）：基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