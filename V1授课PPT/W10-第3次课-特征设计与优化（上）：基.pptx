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2" r:id="rId33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80" r:id="rId31"/>
    <p:sldId id="281" r:id="rId32"/>
    <p:sldId id="279" r:id="rId30"/>
    <p:sldId id="273" r:id="rId24"/>
    <p:sldId id="274" r:id="rId25"/>
    <p:sldId id="275" r:id="rId26"/>
    <p:sldId id="276" r:id="rId27"/>
    <p:sldId id="277" r:id="rId28"/>
    <p:sldId id="278" r:id="rId29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0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W10 · 第3次课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特征设计与优化（上）：基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122116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12211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M1-1b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99356" y="3931920"/>
            <a:ext cx="2633091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9356" y="3931920"/>
            <a:ext cx="263309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特征设计与优化（上）：基础实现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数据洗净了，林工却摇头：'同样的模型，好特征胜过换模型。'他递来一张特征字典模板：'从振动里造出10个特征，让我看见你的巧思。'工单M1-1b：EDA+特征工程，用特征重要性…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专业核心课扩展版：数据→ML→DL→视觉→大模型→智能体全谱系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AI应用工程师 / 工业视觉开发 / 工业互联网数据分析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1+X AI应用实践（初级=M1-M3 / 中级=M4 / 高级=M5）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前：零基础并行开设 → 本课第12周、第10-20周12周×4课时 → 后：项目实战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逻辑回归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连续剧情 · 你（小郑）的第3次出场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57636"/>
            <a:ext cx="4261104" cy="32226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85068"/>
            <a:ext cx="4206240" cy="31678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231D3D"/>
                </a:solidFill>
                <a:latin typeface="Microsoft YaHei"/>
                <a:ea typeface="Microsoft YaHei"/>
              </a:rPr>
              <a:t>数据洗净了，林工却摇头：'同样的模型，好特征胜过换模型。'他递来一张特征字典模板：'从振动里造出10个特征，让我看见你的巧思。'工单M1-1b：EDA+特征工程，用特征重要性证明你的设计值钱。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M1-1b · 特征设计与优化（上）：基础实现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能从振动序列构造≥10个特征——应用：见工单starter与教师参考实现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能写规范特征字典——应用：见工单starter与教师参考实现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F5A7D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老周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9864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864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林工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850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850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能从振动序列构造≥10个特征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会用特征重要性证明设计价值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1170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1170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1.回顾预习卡与微课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78094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78094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2.知识精讲（先例后理）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3.演示代码骨架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554784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55478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4.基础实现（D/C层…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533245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53324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5.小结+布置第2次课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本章聚焦：时域/频域特征 · 相关性初筛 · 特征字典规范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特征=体检指标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("特征=把原始信号压成'体检指标'：78.5℃原始数据→均值/峰…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特征字典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("特征字典=特征的'户口本'：名称/计算式/物理含义/单位/取值…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相关性初筛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("相关性初筛=算每个特征与标签的相关系数（|r|&gt;0.2入围）：…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B01 特征=体检指标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从原始波形提炼有意义的量——模型只吃指标不吃波形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原理：特征=把原始信号压成'体检指标'：78.5℃原始数据→均值/峰值/峭度等数字指纹——模型吃的是特征不是原始波形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振动均值/RMS/主频——时域与频域两族特征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怎么判断：任何建模前先问：这堆原始数据里，'与故障相关的规律'藏在哪些统计量里——特征设计就是翻译工作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feats = {'rms': np.sqrt((x**2).mean())}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逐行看：feat={'vib_mean':np.mean(v),'vib_max':np.max(v),'vib_std':np.std(v)} 三行把一段波形压成几个数——降维但保留判别信息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误区：特征越多越好——冗余特征拖慢还扰模型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进阶：时域(均值/峭度)+频域(主频/频带能量)双视角；窗口化：每1024点一窗提一组特征——流水线标准化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特征=体检指标：一张图看懂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5994" y="1362456"/>
            <a:ext cx="666274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331382a380b8a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26" y="1389888"/>
            <a:ext cx="660788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Top3 特征贡献了大部分判别力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重要性低 ≠ 无用：可能与 Top 特征相关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追问：误区：特征越多越好——冗余特征拖慢还扰模型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一句话：从原始波形提炼有意义的量——模型只吃指标不吃波形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何时用：振动均值/RMS/主频——时域与频域两族特征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B02 特征字典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名称/公式/物理意义/取值范围四栏成文——特征户口本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原理：特征字典=特征的'户口本'：名称/计算式/物理含义/单位/取值范围五列——团队协作与模型交接的通用语言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特征交接给下一人——不看代码也懂每个特征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怎么判断：特征一多（30个）没字典就成黑箱：谁算的、什么意思、正常范围多少——字典即文档即契约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docs/features.md 每特征一行四栏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逐行看：| name | formula | meaning | unit | range | 五列表；vib_kurt | scipy.stats.kurtosis | 冲击强度 | - | 3~…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没字典的特征半年后自己都看不懂——文档即资产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进阶：字典随代码同步（yml/json配置生成特征）；进阶特征商店（特征复用跨项目）——大厂数据中台雏形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特征字典：一张图看懂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d49fa330251e4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追问：没字典的特征半年后自己都看不懂——文档即资产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一句话：名称/公式/物理意义/取值范围四栏成文——特征户口本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何时用：特征交接给下一人——不看代码也懂每个特征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B03 相关性初筛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|r|&gt;0.95的特征对留一个——信息重复就该裁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原理：相关性初筛=算每个特征与标签的相关系数（|r|&gt;0.2入围）：特征与目标'有关系的'才值得喂模型——先粗筛再做精细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温度与电阻强相关——留物理意义更清的那个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怎么判断：30个特征先看相关矩阵热力图：与故障强相关的留下、互相冗余(|r|&gt;0.9)的去一——降维不降信息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df.corr() 热力图一眼看穿冗余对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逐行看：df.corr()['label'].abs().sort_values(ascending=False) 排序看榜；热力图sns.heatmap(df.corr()) 冗余对一目了然——两…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误区：阈值只设|r|&gt;0.99——0.95更实用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进阶：相关≠因果（夏天温度高故障多≠热致故障）；互信息捕捉非线性关系（进阶）；初筛+模型重要性复核双确认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相关性初筛：一张图看懂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5994" y="1362456"/>
            <a:ext cx="666274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1cec54f684e6d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26" y="1389888"/>
            <a:ext cx="660788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Top3 特征贡献了大部分判别力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重要性低 ≠ 无用：可能与 Top 特征相关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追问：误区：阈值只设|r|&gt;0.99——0.95更实用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一句话：|r|&gt;0.95的特征对留一个——信息重复就该裁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何时用：温度与电阻强相关——留物理意义更清的那个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本章聚焦：时域/频域特征 · 相关性初筛 · 特征字典规范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时域特征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g = df.set_index("ts").resamp…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重要性排序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from sklearn.ensemble import 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能从振动序列构造≥10…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能从振动序列构造≥10个特征——应用：见工单starter与教师参…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能写规范特征字典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能写规范特征字典——应用：见工单starter与教师参考实现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能用重要性排序精选子集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能用重要性排序精选子集——应用：见工单starter与教师参考实现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时域特征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g = df.set_index("ts").resample("10min")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feat = g.agg(["mean", "max", "std"])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feat["rms"] = (df["vib"] ** 2).resample("10min").mean() ** .5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重要性排序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from sklearn.ensemble import RandomForestClassifier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rf = RandomForestClassifier(n_estimators=100).fit(X, y)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imp = pd.Series(rf.feature_importances_, index=X.columns).sort_values()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resample报错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ts不是DatetimeIndex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set_index后或parse_dates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特征全0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窗口内数据缺失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先做W1清洗再回填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重要性集中1个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存在泄漏列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检查是否用了标签衍生信息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本章聚焦：时域/频域特征 · 相关性初筛 · 特征字典规范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M1-1b · 特征设计与优化（上）：基础实现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能从振动序列构造≥10个特征——应用：见工单starter与教师参考实现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能写规范特征字典——应用：见工单starter与教师参考实现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能用重要性排序精选子集——应用：见工单starter与教师参考实现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能做A/B对比证明特征价值——应用：见工单starter与教师参考实现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特征≥10个且字典完整 / 重要性图可解读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特征-30%性能不降 / 造出1个'业务洞察'特征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M1-1b 特征设计与优化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特征矩阵: 80 样本 × 5 特征  训练准确率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特征重要性排序: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1. a16   0.580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2. rms   0.258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3. ptp   0.111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4. kurt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5. a8  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频域 16Hz 幅值（磨损的二倍频指纹）判别力最强 → 特征设计直接决定模型上限。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工程化项目/m11b_feature_design/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src/feature_design48/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M1-1b 特征设计与优化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特征矩阵: 80 样本 × 5 特征  训练准确率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特征重要性排序: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1. a16   0.580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2. rms   0.258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3. ptp   0.111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4. kurt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5. a8  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频域 16Hz 幅值（磨损的二倍频指纹）判别力最强 → 特征设计直接决定模型上限。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业务洞察特征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2270155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227015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达标：新特征进Top3且有物理解释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结合泵机理造新特征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如温升速率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验证增益并写洞察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精选子集A/B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758599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75859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达标：特征-30%性能不降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重要性排序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取Top-k做A/B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记录性能数量曲线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10特征加字典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81742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81742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达标：≥10特征且字典完整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补RMS峰峰值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加频域主频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字典四栏填全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跟做5个时域特征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4118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4118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达标：5特征表能跑通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groupby窗口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算mean/max/std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拼成特征表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特征设计与优化：备选方案决策矩阵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W5课前测①：本课工单M1-1b的及格线是什么？（答：特征≥10个且字典完整）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W5课前测②：'时域/频域特征'用一句话说说你的理解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特征≥10个且字典完整 / 重要性图可解读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特征-30%性能不降 / 造出1个'业务洞察'特征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88f6b2385f47d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特征=体检指标：从原始波形提炼有意义的量——模型只吃指标不吃波形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特征字典：名称/公式/物理意义/取值范围四栏成文——特征…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相关性初筛：|r|&gt;0.95的特征对留一个——信息重复就该裁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①工单M1-1b收尾跑绿并上传 ②错题本记1条 ③预习微课+导学单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工单M1-1b+中期特征字典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学号_姓名_W10.py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特征设计与优化（下）：优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泵站分类模型1.0上线。老周盯着混淆矩阵问：'漏报一个轴承磨损，停线损失多少？误报一次，又要白跑几趟？'——工单M2-1a：逻辑回归与决策树同台，用F1和业务代价说话。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工单M1-1b跑绿并上传学习平台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特征设计与优化（下）：优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W10-03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特征设计与优化（上）：基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