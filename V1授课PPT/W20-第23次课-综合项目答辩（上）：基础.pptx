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W20 · 第23次课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综合项目答辩（上）：基础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762949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76294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0189" y="3931920"/>
            <a:ext cx="247827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0189" y="3931920"/>
            <a:ext cx="247827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你（小郑）的第23次出场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Z · 综合项目答辩（上）：基础实现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能组织12周资产成完整故事——应用：见工单starter与教师参考实现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能5分钟答辩加3分钟答问——应用：见工单starter与教师参考实现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完成端到端系统集成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面向评委讲清价值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答辩四段论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问题-方案-指标-价值——5分钟讲完的骨架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链路完整性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数据-特征-模型-部署-智能体一图贯通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创新点提炼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与照抄教程的三处不同即创新——差异点清单法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答辩四段论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问题-方案-指标-价值——5分钟讲完的骨架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答辩四段论：问题方案指标价值，5分钟讲完——应用：见工单starter与教师参考实现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评委平均每队5分钟——结构清晰是及格线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一页一段共四页，每页一个核心主张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误区：背景铺三页——评委三页后已没耐心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演示现场翻车：依赖未装路径错 → 提前录屏备份加环境冻结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链路完整性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数据-特征-模型-部署-智能体一图贯通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链路完整性：数据特征模型部署智能体一图贯通——应用：见工单starter与教师参考实现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十二周成果的收口——一张图讲全程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架构图从传感器画到排产智能体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断链即失分——画完自查每段衔接有无缺环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超时被打断：细节讲太多 → 四段论加排练计时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链路完整性：一张图看懂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774" y="1362456"/>
            <a:ext cx="664718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cd6d87fc02586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06" y="1389888"/>
            <a:ext cx="659232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追问：断链即失分——画完自查每段衔接有无缺环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一句话：数据-特征-模型-部署-智能体一图贯通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何时用：十二周成果的收口——一张图讲全程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创新点提炼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与照抄教程的三处不同即创新——差异点清单法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创新点提炼：与照抄教程的三处不同即创新——应用：见工单starter与教师参考实现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评创新分的抓手——不吹噟能自证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'教程用均值填充，我们改时序插值，因为…'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创新点必须能演示——说不出来的不算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被问倒：没准备取舍类问题 → 预演三问各写100字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一键演示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# run_all.py 12周链路一键跑通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答辩检查单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checklist = ["链路图一页", "核心指标3个…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能组织12周资产成完整…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能组织12周资产成完整故事——应用：见工单starter与教师参考…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能5分钟答辩加3分钟答问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能5分钟答辩加3分钟答问——应用：见工单starter与教师参考实现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能回应技术质询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能回应技术质询——应用：见工单starter与教师参考实现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一键演示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7FB685"/>
                </a:solidFill>
                <a:latin typeface="Consolas"/>
                <a:ea typeface="Microsoft YaHei"/>
              </a:rPr>
              <a:t># run_all.py 12周链路一键跑通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"w1_clean.py"])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"w3_model.py"])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"w10_rag.py"])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print("端到端演示完成")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答辩检查单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checklist = ["链路图一页", "核心指标3个", "创新点3处",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"坑与取舍各1", "演示已录屏备份"]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演示现场翻车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依赖未装路径错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提前录屏备份加环境冻结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超时被打断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细节讲太多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四段论加排练计时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被问倒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没准备取舍类问题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预演三问各写100字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语音识别与合成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语音识别与合成：语音转文本(STT)接入LLM、回答转语音(TTS)播报——值班工程师的'嘴巴和耳朵'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机房无音频设备，以知识窗原理+API体验课下自学；核心文本链路（工单分类）在本课M4-1实操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whisper.transcribe(audio)→text 语音转文字；tts.synthesize(answer)→wav 文字转语音——两行接成语音助手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工业噪声下的语音前端（降噪/唤醒词）是真难点；多模态大模型（语音直进直出）是演进方向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Z · 综合项目答辩（上）：基础实现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能组织12周资产成完整故事——应用：见工单starter与教师参考实现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能5分钟答辩加3分钟答问——应用：见工单starter与教师参考实现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能回应技术质询——应用：见工单starter与教师参考实现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能定稿个人项目档案袋——应用：见工单starter与教师参考实现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链路完整+能答基本问题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创新亮点+表达优秀 / 可部署演示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工程化项目/z_defense/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src/defense_pack/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可部署演示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达标：创新亮点加部署演示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端到端一键run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异常恢复演示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署名开源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表达制胜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达标：评委评分≥85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开场30秒钩子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指标对标工单线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时间盒控制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正式答辩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973453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97345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达标：链路完整基本问题全答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5分钟陈述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答三问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提交档案袋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预答辩过关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达标：预答辩评委放行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链路图绘制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念稿排练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A层陪练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综合项目答辩：备选方案决策矩阵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W20课前测①：本课工单Z的及格线是什么？（答：链路完整+能答基本问题）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W20课前测②：'链路串联'用一句话说说你的理解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链路完整+能答基本问题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创新亮点+表达优秀 / 可部署演示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4a7e0cfcabf6b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答辩四段论：问题-方案-指标-价值——5分钟讲完的骨架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链路完整性：数据-特征-模型-部署-智能体一图贯通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创新点提炼：与照抄教程的三处不同即创新——差异点清单法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①工单Z收尾跑绿并上传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个人项目档案袋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学号_姓名_W20.py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综合项目答辩（下）：优化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课程收官：把所学串成完整交付物，答辩见真章。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工单Z跑绿并上传学习平台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综合项目答辩（下）：优化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综合项目答辩（上）：基础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