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80" r:id="rId31"/>
    <p:sldId id="281" r:id="rId32"/>
    <p:sldId id="279" r:id="rId30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0.xml"/><Relationship Id="rId31" Type="http://schemas.openxmlformats.org/officeDocument/2006/relationships/slide" Target="slides/slide18.xml"/><Relationship Id="rId32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W15 · 第13次课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ResNet迁移学习（上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38517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3851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M3-1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5757" y="3931920"/>
            <a:ext cx="2657861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5757" y="3931920"/>
            <a:ext cx="26578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ResNet迁移学习（上）：基础实现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质检科只标了200张图，训练从零开始根本不够。林工：'站在巨人的肩膀上——ResNet迁移学习，小样本也能成事。'工单M3-1：冻结层与微调的取舍实验。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专业核心课扩展版：数据→ML→DL→视觉→大模型→智能体全谱系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AI应用工程师 / 工业视觉开发 / 工业互联网数据分析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1+X AI应用实践（初级=M1-M3 / 中级=M4 / 高级=M5）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前：零基础并行开设 → 本课第12周、第10-20周12周×4课时 → 后：项目实战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逻辑回归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W15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连续剧情 · 你（小郑）的第13次出场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57636"/>
            <a:ext cx="4261104" cy="32226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85068"/>
            <a:ext cx="4206240" cy="31678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231D3D"/>
                </a:solidFill>
                <a:latin typeface="Microsoft YaHei"/>
                <a:ea typeface="Microsoft YaHei"/>
              </a:rPr>
              <a:t>质检科只标了200张图，训练从零开始根本不够。林工：'站在巨人的肩膀上——ResNet迁移学习，小样本也能成事。'工单M3-1：冻结层与微调的取舍实验。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M3-1 · ResNet迁移学习（上）：基础实现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能加载预训练ResNet并替换分类头——应用：见工单starter与教师参考实现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能完成冻结vs微调对比实验——应用：见工单starter与教师参考实现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F5A7D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老周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9864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864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林工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850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850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理解迁移学习价值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完成冻结/微调取舍实验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1170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1170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1.回顾预习卡与微课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78094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78094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2.知识精讲（先例后理）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3.演示代码骨架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554784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55478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4.基础实现（D/C层…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533245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53324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5.小结+布置第2次课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本章聚焦：预训练权重 · 冻结层与学习率分层 · 小样本陷阱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迁移学习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("迁移学习=站在巨人肩膀：ImageNet预训练的ResNet已…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冻结backbone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('冻结backbone=前期只训新分类头：底座特征提取器不动，训…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分层学习率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('分层学习率=底座小步走(lr=1e-4)新头大步走(lr=1e…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B01 迁移学习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站在巨人肩上——ImageNet学过的视觉知识直接复用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原理：迁移学习=站在巨人肩膀：ImageNet预训练的ResNet已学会'看边缘/纹理/形状'，换掉最后一层接自己的任务——小数据也能深学习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缺陷样本只有几百张时从头训练必失败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怎么判断：只有200张缺陷图时：从零训练必崩；迁移学习200张可到85%+——小样本场景的救命稻草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MobileNetV2(weights='imagenet') 去头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逐行看：model=	resnet18(weights=IMAGENET1K_V1) 载入巨人；for p in model.parameters(): p.requires_grad=False 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误区：迁移万能——域差太大时预训练也帮不了多少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进阶：预训练域与目标域差距大（医学影像vs照片）时冻结策略要重审；自监督预训练(SimCLR)是无标注时代的方向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迁移学习：一张图看懂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314" y="1362456"/>
            <a:ext cx="667610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1460666c21f4e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6" y="1389888"/>
            <a:ext cx="662124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两条线张口越大越危险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early stopping 在拐点收手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追问：误区：迁移万能——域差太大时预训练也帮不了多少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一句话：站在巨人肩上——ImageNet学过的视觉知识直接复用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何时用：缺陷样本只有几百张时从头训练必失败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B02 冻结backbone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锁死预训练层只训分类头——小样本第一选择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原理：冻结backbone=前期只训新分类头：底座特征提取器不动，训练参数从1100万骤降到几百——小数据防过拟合+CPU可训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200张缺陷图训不动百万参数——只训最后几层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怎么判断：数据&lt;1000张：先冻结训头几个epoch稳定后，再解冻微调——两阶段课程表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base.trainable=False 再加自己的Dense头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逐行看：冻结版trainable参数：只fc层(~1千)；解冻版全部(~1100万)——对比实验：冻结版快10倍且小数据上往往更准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先冻结收敛再解冻微调——两阶段比一步到位稳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进阶：逐层解冻（最后几个block先解）；freeze BN层的running stats（BN不更新）——微调细节两件套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冻结backbone：一张图看懂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012f8f780c48b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追问：先冻结收敛再解冻微调——两阶段比一步到位稳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一句话：锁死预训练层只训分类头——小样本第一选择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何时用：200张缺陷图训不动百万参数——只训最后几层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B03 分层学习率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底层通用特征小步、任务层大步——各层各走各的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原理：分层学习率=底座小步走(lr=1e-4)新头大步走(lr=1e-3)：预训练权重是资产别冲垮，新头是白纸大胆学——一组参数两个速率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解冻微调阶段防止冲坏预训练知识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怎么判断：解冻微调阶段的标配：'不同层不同lr'比全局单一lr更稳——底座微调、头部快学的物理直觉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底层lr=1e-5，顶层lr=1e-3——差10倍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逐行看：optimizer=Adam([{'params':backbone,'lr':1e-4},{'params':head,'lr':1e-3}]) 参数组各配速率——微调阶段防底座被冲垮的护栏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误区：全程一个lr——底层大步会破坏已学特征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进阶：层间lr线性衰减（越底层越小）；warmup配合（前几epoch再减半）——精细微调配方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分层学习率：一张图看懂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5994" y="1362456"/>
            <a:ext cx="666274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a3158a73da46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26" y="1389888"/>
            <a:ext cx="660788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Top3 特征贡献了大部分判别力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重要性低 ≠ 无用：可能与 Top 特征相关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追问：误区：全程一个lr——底层大步会破坏已学特征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一句话：底层通用特征小步、任务层大步——各层各走各的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何时用：解冻微调阶段防止冲坏预训练知识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本章聚焦：预训练权重 · 冻结层与学习率分层 · 小样本陷阱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替换分类头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import torchvision.models as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微调解冻末段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for p in net.layer4.parameter…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能加载预训练ResNe…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能加载预训练ResNet并替换分类头——应用：见工单starter…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能完成冻结vs微调对比…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能完成冻结vs微调对比实验——应用：见工单starter与教师参考…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能使用数据增强扩充样本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能使用数据增强扩充样本——应用：见工单starter与教师参考实现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替换分类头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import torchvision.models as M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net = M.resnet18(weights=M.ResNet18_Weights.IMAGENET1K_V1)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for p in net.parameters(): p.requires_grad = False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net.fc = nn.Linear(net.fc.in_features, 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微调解冻末段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for p in net.layer4.parameters(): p.requires_grad = True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opt = torch.optim.AdamW([{"params": net.fc.parameters(), "lr": 1e-3},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                    {"params": net.layer4.parameters(), "lr": 1e-5}])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内存爆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全参微调加大图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冻结加resize到128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微调后变差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lr过大冲毁权重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分层lr且末段1e-5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指标波动大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小样本单seed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3个seed取均值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本章聚焦：预训练权重 · 冻结层与学习率分层 · 小样本陷阱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M3-1 · ResNet迁移学习（上）：基础实现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能加载预训练ResNet并替换分类头——应用：见工单starter与教师参考实现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能完成冻结vs微调对比实验——应用：见工单starter与教师参考实现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能使用数据增强扩充样本——应用：见工单starter与教师参考实现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能写实验对照表结论——应用：见工单starter与教师参考实现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准确率≥75%+对比表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准确率≥85% / 冻结边界论证充分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M3-1 ResNet迁移学习（概念版）·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世界: 海量无标注 2000 条 / 少量标注 16 条 / 测试 200 条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预训练特征提取器: PCA(8维) 在海量数据上一次性学成并**冻结**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冻结特征累计解释方差 = 0.330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对照（16条样本直连 192 维训头）: 测试准确率 = 0.915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迁移（冻结8维特征 + 只训分类头）: 测试准确率 = 0.960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增益 = +0.045 → 迁移显著胜出，预训练特征是维度灾难的解药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真实规律仅藏在少数测点维（其余为环境噪声维）；冻结+小样本头 是 ResNet 微调思想的最小可运行模型。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工程化项目/m31_transfer/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src/transfer_learning/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M3-1 ResNet迁移学习（概念版）·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世界: 海量无标注 2000 条 / 少量标注 16 条 / 测试 200 条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预训练特征提取器: PCA(8维) 在海量数据上一次性学成并**冻结**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冻结特征累计解释方差 = 0.330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对照（16条样本直连 192 维训头）: 测试准确率 = 0.915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迁移（冻结8维特征 + 只训分类头）: 测试准确率 = 0.960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增益 = +0.045 → 迁移显著胜出，预训练特征是维度灾难的解药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真实规律仅藏在少数测点维（其余为环境噪声维）；冻结+小样本头 是 ResNet 微调思想的最小可运行模型。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冻结边界论证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758599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75859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达标：准确率≥85%加曲线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逐层解冻实验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性能可训参数曲线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给出边界建议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增强增益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88648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88648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达标：≥80%或增强有效论证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RandomResizedCrop等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前后对比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结论写证据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对比实验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88648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88648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达标：准确率≥75%加对照表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冻结基线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解冻layer4微调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同seed对照表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冻结版跑通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74932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74932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达标：准确率≥70%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加载weights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换fc层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只训头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ResNet迁移学习：备选方案决策矩阵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W15课前测①：本课工单M3-1的及格线是什么？（答：准确率≥75%+对比表）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W15课前测②：'预训练权重'用一句话说说你的理解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准确率≥75%+对比表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准确率≥85% / 冻结边界论证充分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7873715f66de6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迁移学习：站在巨人肩上——ImageNet学过的视觉知识…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冻结backbone：锁死预训练层只训分类头——小样本第一选择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分层学习率：底层通用特征小步、任务层大步——各层各走各的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①工单M3-1收尾跑绿并上传 ②错题本记1条 ③预习微课+导学单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工单M3-1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学号_姓名_W15.py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ResNet迁移学习（下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产线节拍又升了。老周批了CPU算力：'实时检测，速度与精度你自己权衡。'工单M3-2：YOLO缺陷检测，阈值、输入尺寸与FPS的三方博弈。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工单M3-1跑绿并上传学习平台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ResNet迁移学习（下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W15-13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ResNet迁移学习（上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