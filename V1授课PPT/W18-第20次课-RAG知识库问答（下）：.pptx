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0" r:id="rId31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8" r:id="rId29"/>
    <p:sldId id="279" r:id="rId30"/>
    <p:sldId id="277" r:id="rId28"/>
    <p:sldId id="271" r:id="rId22"/>
    <p:sldId id="272" r:id="rId23"/>
    <p:sldId id="273" r:id="rId24"/>
    <p:sldId id="274" r:id="rId25"/>
    <p:sldId id="275" r:id="rId26"/>
    <p:sldId id="276" r:id="rId27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18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W18 · 第20次课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RAG知识库问答（下）：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38517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385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M4-2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5757" y="3931920"/>
            <a:ext cx="2766230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5757" y="3931920"/>
            <a:ext cx="2766230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RAG知识库问答（下）：优化与评价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值班助手1.0总爱'一本正经地胡说'。林工：'让它有据可查——RAG。'知识库、检索、引用标注三件套——工单M4-2：让每条建议都挂着出处。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W18课中查①：'检索全不中'这个报错怎么排查？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90779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303580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3580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32841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W18课中查②：优秀线检索≥90%+生成质量优你打算怎么冲？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87705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D2E8C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向量检索直观版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top-k与相关度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Connection refu…：mock服务未启动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修法：先python mock_llm_server.py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A7D"/>
                </a:solidFill>
                <a:latin typeface="Microsoft YaHei"/>
                <a:ea typeface="Microsoft YaHei"/>
              </a:rPr>
              <a:t>本节主线：RAG三步：知识切分向量检索引用生成——应用：见工单sta… / 切分粒度：太碎丢上下文太整检索糊，先按条目——应用：见工单… / 检索双解：重合度打分(教学直观)→Chroma向量库(工程…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搭建最小RAG链路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让回答带出处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1.错误速查复盘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61671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6167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2.优化冲刺（B/A层）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3.三层质检互查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37708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37708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4.当堂评分与反馈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449781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44978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5.下次课预告+微课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本章聚焦：向量检索直观版 · top-k与相关度 · 引用标注规范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引用标注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('引用标注=答案每条建议后挂[出处:文档名#块]：LLM只被允许…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幻觉治理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('幻觉治理=三管齐下：检索兜底(先查再说)、置信度门槛(分低转人…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评测分口径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('评测分口径=检索分(召回率：该找到的找到了吗)与生成分(忠实度…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B04 引用标注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每条建议挂条目ID——可点开溯源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原理：引用标注=答案每条建议后挂[出处:文档名#块]：LLM只被允许用检索到的资料回答——用户可点开验证，可信度立起来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质检员要核实AI说的对不对——溯源即信任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怎么判断：值班助手要'每句话有出处'：输出格式约定{answer, refs[]}——没出处的回答标记'无依据，仅参考'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answer += ' [依据: 手册§3.2]'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逐行看：prompt约束'仅根据以下资料回答并标注来源[1][2]'；资料编号与引用映射表随答案返回——前端渲染成可点引用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无引用的AI建议=口头承诺——产线只认可溯源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进阶：引用率指标（带出处的答案占比）；无资料命中时走'转人工'而非硬编——诚实降级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引用标注：一张图看懂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147497fc38c51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追问：无引用的AI建议=口头承诺——产线只认可溯源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一句话：每条建议挂条目ID——可点开溯源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何时用：质检员要核实AI说的对不对——溯源即信任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B05 幻觉治理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检索为空时宁说'查无依据'不硬编——底线意识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原理：幻觉治理=三管齐下：检索兜底(先查再说)、置信度门槛(分低转人工)、事后校验(关键数字回查源)——不指望模型自觉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手册里没有的故障必须坦白不知道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怎么判断：对'数字/型号/操作步骤'这类错不得的内容：生成后用规则校验（该型号存在吗？步骤序号连续吗？）——机器审机器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if not hits: return '未在资料中找到依据'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逐行看：if retrieval_score&lt;threshold: return '资料不足,转人工' 低分拒答；extract(answer里的型号)∈知识库型号集 校验通过才放行——两道闸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幻觉是RAG头号风险——'我不知道'是好答案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进阶：幻觉率指标进监控（抽检标注）；用户反馈'点踩'回流标注；prompt端'不确定就说不知道'降低编造倾向——组合拳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幻觉治理：一张图看懂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1c4573a7502fd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追问：幻觉是RAG头号风险——'我不知道'是好答案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一句话：检索为空时宁说'查无依据'不硬编——底线意识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何时用：手册里没有的故障必须坦白不知道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B06 评测分口径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检索准确率与生成质量分开评——两头各管各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原理：评测分口径=检索分(召回率：该找到的找到了吗)与生成分(忠实度：答案忠于资料吗)分开评——两段各自可优化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答错时先定位：检索没找到还是生成编造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怎么判断：RAG优化先评检索再评生成：检索不行改切分/换embedding；生成不行改prompt——分而治之，别混着一锅调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检索命中率单独统计，再评答案质量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逐行看：recall@5=命中块在top5的比例（人工标注50问）；faithful=答案是否仅含资料内容（LLM当裁判+抽检）——两张记分牌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混评找不到病灶——分开测才能对症下药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进阶：建立黄金问题集（50题标准答案）版本化；每次改动跑回归——评测驱动开发的RAG版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本章聚焦：向量检索直观版 · top-k与相关度 · 引用标注规范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教学版检索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retrieve(q, k=3):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引用生成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ctx = "\n".join(f"[{i}] {d}" 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能搭建最小RAG问答链路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能搭建最小RAG问答链路——应用：见工单starter与教师参考实现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能调top-k与相关度…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能调top-k与相关度阈值——应用：见工单starter与教师参考…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能输出带引用的回答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能输出带引用的回答——应用：见工单starter与教师参考实现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教学版检索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def retrieve(q, k=3):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sims = [(cosine(q_vec, d_vec), doc) for doc, d_vec in ZIP]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return sorted(sims, reverse=True)[:k]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引用生成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ctx = "\n".join(f"[{i}] {d}" for i, (s, d) in enumerate(hits))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prompt = f"依据以下条目回答，标注[编号]:\n{ctx}\n问题: {q}"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检索全不中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query与库用词不搭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同义词扩展中文bigram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引用编号错乱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拼接时重排了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编号一次性生成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回答仍幻觉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检索空还硬答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空结果走查无依据分支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本章聚焦：向量检索直观版 · top-k与相关度 · 引用标注规范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M4-2 · RAG知识库问答（下）：优化与评价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能搭建最小RAG问答链路——应用：见工单starter与教师参考实现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能调top-k与相关度阈值——应用：见工单starter与教师参考实现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能输出带引用的回答——应用：见工单starter与教师参考实现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能做有无RAG对比评测——应用：见工单starter与教师参考实现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检索≥80%+引用完整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检索≥90%+生成质量优 / 多知识源融合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M4-2 RAG 知识库问答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知识库: data/knowledge_base.json  共 20 条（设备运维规范×7/故障排查指南×7/工艺参数标准×…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Q: 泵振动超标要看哪个标准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A: 依据知识库: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- [设备运维规范] 泵类设备振动速度有效值超过4.5mm/s应列入重点关注，超过7.1mm/s必须停机检查。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- [设备运维规范] 风机轴承振动加速度包络值突增30%以上时，应安排停机检查滚道点蚀与保持架磨损。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→ 建议：按上述条款执行并回填工单。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Q: 电机电流高但转速正常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升级解: ChromaDB 向量检索（教师参考/rag_chroma_demo.py）——语义相近但字面不重合的查询也能命中。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工程化项目/m42_rag/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src/rag48/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M4-2 RAG 知识库问答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知识库: data/knowledge_base.json  共 20 条（设备运维规范×7/故障排查指南×7/工艺参数标准×…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Q: 泵振动超标要看哪个标准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A: 依据知识库: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- [设备运维规范] 泵类设备振动速度有效值超过4.5mm/s应列入重点关注，超过7.1mm/s必须停机检查。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- [设备运维规范] 风机轴承振动加速度包络值突增30%以上时，应安排停机检查滚道点蚀与保持架磨损。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→ 建议：按上述条款执行并回填工单。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Q: 电机电流高但转速正常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升级解: ChromaDB 向量检索（教师参考/rag_chroma_demo.py）——语义相近但字面不重合的查询也能命中。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多源融合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88648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88648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达标：检索≥90%加融合说明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手册工单两库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结果融合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冲突消解策略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参数调优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630710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63071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达标：检索≥85%可溯源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k对比3档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阈值过滤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评测表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链路跑通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630710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63071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达标：检索≥80%有引用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知识切分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检索top3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拼Prompt生成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无RAG基线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82359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8235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达标：幻觉案例≥2条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直接问LLM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记录幻觉例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留证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RAG知识库问答：备选方案决策矩阵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W18课中查①：'检索全不中'这个报错怎么排查？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W18课中查②：优秀线检索≥90%+生成质量优你打算怎么冲？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检索≥80%+引用完整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检索≥90%+生成质量优 / 多知识源融合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f657c798c0dec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引用标注：每条建议挂条目ID——可点开溯源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幻觉治理：检索为空时宁说'查无依据'不硬编——底线意识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评测分口径：检索准确率与生成质量分开评——两头各管各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①工单M4-2收尾跑绿并上传 ②错题本记1条 ③预习微课+导学单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工单M4-2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学号_姓名_W18.py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多智能体检修调度（上）：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三台泵站三个智能体，谁先检修、谁让路？gym-industrial仿真环境上线——工单M5-1：多智能体协调，奖励函数就是老周的管理哲学。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工单M4-2跑绿并上传学习平台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多智能体检修调度（上）：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W18-20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RAG知识库问答（下）：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