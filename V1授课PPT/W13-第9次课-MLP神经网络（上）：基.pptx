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80" r:id="rId31"/>
    <p:sldId id="281" r:id="rId32"/>
    <p:sldId id="279" r:id="rId30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0.xml"/><Relationship Id="rId31" Type="http://schemas.openxmlformats.org/officeDocument/2006/relationships/slide" Target="slides/slide18.xml"/><Relationship Id="rId32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W13 · 第9次课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MLP神经网络（上）：基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122116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12211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M2-3a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99356" y="3931920"/>
            <a:ext cx="2456604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9356" y="3931920"/>
            <a:ext cx="2456604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MLP神经网络（上）：基础实现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第一个神经网络。王主任路过看你屏幕：'这堆圈圈连线，比我闺女画的还乱。'林工笑：'乱中有序——每个圈都在学。'工单M2-3a：MLP读懂振动频谱，看清过拟合长什么样。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专业核心课扩展版：数据→ML→DL→视觉→大模型→智能体全谱系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AI应用工程师 / 工业视觉开发 / 工业互联网数据分析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1+X AI应用实践（初级=M1-M3 / 中级=M4 / 高级=M5）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前：零基础并行开设 → 本课第12周、第10-20周12周×4课时 → 后：项目实战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逻辑回归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连续剧情 · 你（小郑）的第9次出场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57636"/>
            <a:ext cx="4261104" cy="32226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85068"/>
            <a:ext cx="4206240" cy="31678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231D3D"/>
                </a:solidFill>
                <a:latin typeface="Microsoft YaHei"/>
                <a:ea typeface="Microsoft YaHei"/>
              </a:rPr>
              <a:t>第一个神经网络。王主任路过看你屏幕：'这堆圈圈连线，比我闺女画的还乱。'林工笑：'乱中有序——每个圈都在学。'工单M2-3a：MLP读懂振动频谱，看清过拟合长什么样。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M2-3a · MLP神经网络（上）：基础实现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能搭建并训练MLP分类器——应用：见工单starter与教师参考实现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能读懂训练验证损失曲线——应用：见工单starter与教师参考实现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F5A7D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老周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9864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9864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林工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850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850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理解网络结构与反向传播直观原理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会用early stopping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1170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1170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1.回顾预习卡与微课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78094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78094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2.知识精讲（先例后理）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3.演示代码骨架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554784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55478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4.基础实现（D/C层…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533245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53324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5.小结+布置第2次课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本章聚焦：隐藏层/激活函数 · 学习曲线诊断 · Dropout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神经元与MLP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("神经元=加权和+激活：y=f(w·x+b)——一组权重把输入'…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ReLU激活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('ReLU=max(0,x)：负半轴压平正半轴直通——引入非线性…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前向与反向传播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('前向=数据从输入流向输出算预测；反向传播=误差从输出反着流回每…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B01 神经元与MLP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神经元=加权求和+激活；MLP多层堆叠学非线性边界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原理：神经元=加权和+激活：y=f(w·x+b)——一组权重把输入'投票'成输出，MLP就是多层神经元接力加工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传统模型画不出的弯弯曲曲分类面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怎么判断：从线性不可分问题入门：单层画不出'异或'边界，两层就画得出——'层'的意义亲眼所见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Dense(64,'relu')接Dense(1,'sigmoid')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逐行看：Dense(64,activation='relu') 64个神经元投票层；权重矩阵W形状(输入维,64)——每列一个神经元的'投票权重'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误区：层数越深越好——数据少时深网白喂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进阶：万能近似定理：单隐层足够宽可逼近任意函数（理论底座）；深度vs宽度：层数换参数效率——现代网络选深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神经元与MLP：一张图看懂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947f702aa314fa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追问：误区：层数越深越好——数据少时深网白喂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一句话：神经元=加权求和+激活；MLP多层堆叠学非线性边界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何时用：传统模型画不出的弯弯曲曲分类面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B02 ReLU激活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负半轴归零——梯度不饱和训练快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原理：ReLU=max(0,x)：负半轴压平正半轴直通——引入非线性折叠，多层才能弯出复杂边界；sigmoid两头饱和梯度消失是它被换掉的原因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隐藏层的默认选择——现代网络标配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怎么判断：隐层激活默认ReLU（快且不饱和）；输出层按任务选：二分类sigmoid/多分类softmax/回归不激活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Dense(64, activation='relu')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逐行看：x=np.array([-2,-1,0,1,2]); np.maximum(0,x) →[0,0,0,1,2] —— 一行看懂折叠；对比sigmoid在|x|&gt;3时梯度趋0（学不动）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误区：输出层也用ReLU——按任务选sigmoid/softmax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进阶：LeakyReLU(0.01)防'死神经元'；GELU是Transformer时代的宠儿——激活函数进化史一条线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ReLU激活：一张图看懂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4a975e6352cef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追问：误区：输出层也用ReLU——按任务选sigmoid/softmax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一句话：负半轴归零——梯度不饱和训练快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何时用：隐藏层的默认选择——现代网络标配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B03 前向与反向传播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前向算输出、反向调权重——网络的'想'与'学'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原理：前向=数据从输入流向输出算预测；反向传播=误差从输出反着流回每层算梯度（链式法则），梯度下降沿负梯度更新权重——训练的呼吸循环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只讲直觉不推公式——答辩能画图讲清即可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怎么判断：看懂'一轮训练'=前向算loss→反向算梯度→optimizer.step()更新——三个动词循环epochs次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fit()内部自动完成传播循环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逐行看：loss=criterion(y_pred,y_true) 算差距；loss.backward() 反向填梯度；optimizer.step() 走一步——train loop三行诗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参数量决定显存与数据需求——画三层图讲一遍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进阶：学习率=步长：太大震荡不收敛、太小磨蹭——lr scheduler余弦退火自动调步长（进阶）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前向与反向传播：一张图看懂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614456dfe1aac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追问：参数量决定显存与数据需求——画三层图讲一遍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一句话：前向算输出、反向调权重——网络的'想'与'学'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何时用：只讲直觉不推公式——答辩能画图讲清即可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本章聚焦：隐藏层/激活函数 · 学习曲线诊断 · Dropout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MLP骨架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from sklearn.neural_network i…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损失曲线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h = model.fit(X_tr, y_tr, val…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能搭建并训练MLP分类器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能搭建并训练MLP分类器——应用：见工单starter与教师参考实现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能读懂训练验证损失曲线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能读懂训练验证损失曲线——应用：见工单starter与教师参考实现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能用Dropout与早…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能用Dropout与早停治过拟合——应用：见工单starter与教…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MLP骨架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from sklearn.neural_network import MLPClassifier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mlp = MLPClassifier(hidden_layer_sizes=(64, 32), early_stopping=True).fit(X_tr, y_tr)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print("test acc:", mlp.score(X_te, y_te))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损失曲线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h = model.fit(X_tr, y_tr, validation_split=.2, epochs=100,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      callbacks=[EarlyStopping(patience=5)])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plt.plot(h.history["loss"], label="train"); plt.plot(h.history["val_loss"], label="val"); plt.legend()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loss为nan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学习率过大或未标准化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StandardScaler加lr调小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训练不动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特征量纲悬殊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先标准化再进网络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早停太早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patience过小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patience取5到10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本章聚焦：隐藏层/激活函数 · 学习曲线诊断 · Dropout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M2-3a · MLP神经网络（上）：基础实现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能搭建并训练MLP分类器——应用：见工单starter与教师参考实现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能读懂训练验证损失曲线——应用：见工单starter与教师参考实现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能用Dropout与早停治过拟合——应用：见工单starter与教师参考实现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能写结构决策记录——应用：见工单starter与教师参考实现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准确率≥75% / 诊断报告完整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准确率≥85% / 结构搜索对比表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M2-3a MLP 神经网络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数据: 600 样本 × 30 维频谱 · 隐藏层 (64, 32) · 标准化已启用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训练轮数 37（early_stopping 提前停止）  测试准确率 = 0.933（目标≥0.75）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损失曲线诊断: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首轮   epoch  1  loss=0.6484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1/4  epoch 10  loss=0.4235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末轮   epoch 37  loss=0.1044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收敛判断: 末轮loss 0.1044 持续下降→收敛良好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中频段抬升（2-7维）是可学信号；网络结构+早停+正则三件套，准确率与泛化同时守住。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工程化项目/m23a_mlp/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src/mlp_clf/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M2-3a MLP 神经网络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数据: 600 样本 × 30 维频谱 · 隐藏层 (64, 32) · 标准化已启用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训练轮数 37（early_stopping 提前停止）  测试准确率 = 0.933（目标≥0.75）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损失曲线诊断: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首轮   epoch  1  loss=0.6484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1/4  epoch 10  loss=0.4235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末轮   epoch 37  loss=0.1044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收敛判断: 末轮loss 0.1044 持续下降→收敛良好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中频段抬升（2-7维）是可学信号；网络结构+早停+正则三件套，准确率与泛化同时守住。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小结构搜索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845564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84556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达标：找到性价比最优结构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宽度16/32/64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深度1/2/3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表加结论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药方有效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796966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79696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达标：gap收窄且指标不降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加Dropout0.3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EarlyStopping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前后对比曲线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曲线诊断报告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758599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75859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达标：准确率≥75%图完整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History取loss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双曲线画图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标注过拟合点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跑通模板MLP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717675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71767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达标：模板可运行出指标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两层全连接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fit看accuracy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打印最终值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MLP神经网络：备选方案决策矩阵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W8课前测①：本课工单M2-3a的及格线是什么？（答：准确率≥75%）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W8课前测②：'网络结构/激活函数'用一句话说说你的理解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准确率≥75% / 诊断报告完整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准确率≥85% / 结构搜索对比表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b69cb98d00571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神经元与MLP：神经元=加权求和+激活；MLP多层堆叠学非线性…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ReLU激活：负半轴归零——梯度不饱和训练快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前向与反向传播：前向算输出、反向调权重——网络的'想'与'学'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①工单M2-3a收尾跑绿并上传 ②错题本记1条 ③预习微课+导学单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工单M2-3a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学号_姓名_W13.py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MLP神经网络（下）：优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分组竞标周：老周把两份需求拍在桌上——焊缝缺陷CNN、风机寿命LSTM，'各组选一题，答辩定预算。'工单M2-3b：二选一实战，卷积或门控，用指标赢下项目。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工单M2-3a跑绿并上传学习平台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MLP神经网络（下）：优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W13-09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MLP神经网络（上）：基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