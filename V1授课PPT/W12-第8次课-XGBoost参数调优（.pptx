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1" r:id="rId3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9" r:id="rId30"/>
    <p:sldId id="280" r:id="rId31"/>
    <p:sldId id="278" r:id="rId29"/>
    <p:sldId id="272" r:id="rId23"/>
    <p:sldId id="273" r:id="rId24"/>
    <p:sldId id="274" r:id="rId25"/>
    <p:sldId id="275" r:id="rId26"/>
    <p:sldId id="276" r:id="rId27"/>
    <p:sldId id="277" r:id="rId28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19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W12 · 第8次课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XGBoost参数调优（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38517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3851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M2-2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5757" y="3931920"/>
            <a:ext cx="2599032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5757" y="3931920"/>
            <a:ext cx="2599032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XGBoost参数调优（下）：优化与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林工下了军令状：'F1再提3个点，调参不许超过两小时。'网格搜索、早停、特征筛选全用上——工单M2-2：XGBoost调优，在收益与工时之间做工程权衡。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W7课中查①：'fit报JSON错'这个报错怎么排查？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90779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303580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03580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32841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W7课中查②：优秀线F1≥0.88你打算怎么冲？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87705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D2E8C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Bagging vs Boosting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早停与学习率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F1为0且accuracy高：类别不平衡加全预测多数类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修法：分层划分加class_weight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A7D"/>
                </a:solidFill>
                <a:latin typeface="Microsoft YaHei"/>
                <a:ea typeface="Microsoft YaHei"/>
              </a:rPr>
              <a:t>本节主线：集成思想：Bagging随机并行与Boosting串行纠错 / XGBoost核心超参：n_estimators/lear… / 网格搜索GridSearchCV：把调参变成可复现实验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理解集成思想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限时完成调优并记录权衡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1.错误速查复盘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616710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61671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2.优化冲刺（B/A层）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3.三层质检互查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37708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37708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4.当堂评分与反馈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449781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44978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5.下次课预告+微课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本章聚焦：Bagging vs Boosti… · 早停与学习率 · 调参工时账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早停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('早停early_stopping=验证集指标连续N轮不涨就收工…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调参工时账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('调参工时账=每档收益×工时对比表：深度4→4.5 F1+1pt…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交叉验证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('交叉验证=五折轮流当测试集：每份数据都当过考生与教材，均值±s…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5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B04 早停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验证集不涨就收手——省时间又防过拟合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原理：早停early_stopping=验证集指标连续N轮不涨就收工：树够用就好，多长就是过拟合——训练自动刹车的省钱机制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树数量不好定时的自动裁判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怎么判断：Boosting必配早停：防止300树训成500树的过拟合版——CPU课的工时守卫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early_stopping_rounds=20（XGB）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逐行看：clf.fit(X,y,eval_set=[(X_val,y_val)],early_stopping_rounds=20) 20轮无提升即停——best_iteration就是最优树数，免…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误区：patience设1——波动一轮就停学不充分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进阶：eval_metric指定'f1'才按业务指标刹车（默认error可能不对齐）；早停点存档防每次结果漂移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早停：一张图看懂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5388692e94406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定时任务=无人值守的流水线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任何一环失败要留日志可追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追问：误区：patience设1——波动一轮就停学不充分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一句话：验证集不涨就收手——省时间又防过拟合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何时用：树数量不好定时的自动裁判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B05 调参工时账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收益曲线趋平即停——工程要算时间成本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原理：调参工时账=每档收益×工时对比表：深度4→4.5 F1+1pt花40分钟，再+0.5pt要2小时——边际收益递减，见好就收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通宵调参涨0.5%值不值——车间不等人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怎么判断：限时调参（工单军规2小时）：先跑一版基线，把工时花在'最大坡度'的参数上——工程是权衡不是完美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记录每轮收益：+3%→+1%→+0.2% 即收手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逐行看：| 改动 | F1 | 耗时 | → 榜单：+max_depth1: +1.2pt/10min ✅；+lr微调: +0.3pt/50min ❌ —— 表格化的取舍记录就是决策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收益&lt;1%回去补数据——数据比参数值钱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进阶：调参日志写进实验台账（参数/分数/工时）；帕累托思维：三个参数吃掉80%收益——别摊平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调参工时账：一张图看懂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314" y="1362456"/>
            <a:ext cx="667610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e8b42027ffa0d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6" y="1389888"/>
            <a:ext cx="662124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两条线张口越大越危险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early stopping 在拐点收手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追问：收益&lt;1%回去补数据——数据比参数值钱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一句话：收益曲线趋平即停——工程要算时间成本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何时用：通宵调参涨0.5%值不值——车间不等人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B06 交叉验证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cv=5轮流留一块做测试——评估不被单次划分骗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原理：交叉验证=五折轮流当测试集：每份数据都当过考生与教材，均值±std双指标——小数据上最稳的评估协议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报告里写90%必须有CV背书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怎么判断：汇报要求cv=5均值（0.84±0.03）：±0.03说明稳；±0.1说明数据/模型不稳要查——单次分数不带置信度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cross_val_score(model, X, y, cv=5).mean()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逐行看：cross_val_score(clf,X,y,cv=5,scoring='f1') →array([.82,.85,.83,.86,.84]); mean=0.84 std=0.014 —…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时序数据别用随机CV——要按时间块切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进阶：GridSearchCV内部就是cv；时间序列数据用TimeSeriesSplit（不能未来训过去测）；报告附每折分数表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交叉验证：一张图看懂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314" y="1362456"/>
            <a:ext cx="667610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9e438ba7857857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6" y="1389888"/>
            <a:ext cx="662124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两条线张口越大越危险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early stopping 在拐点收手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追问：时序数据别用随机CV——要按时间块切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一句话：cv=5轮流留一块做测试——评估不被单次划分骗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何时用：报告里写90%必须有CV背书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本章聚焦：Bagging vs Boosti… · 早停与学习率 · 调参工时账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网格搜索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from sklearn.model_selection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曲线记录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res = []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能跑通XGBoost基…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能跑通XGBoost基线与网格搜索——应用：见工单starter与…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能在2小时内完成限时调优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能在2小时内完成限时调优——应用：见工单starter与教师参考实现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能绘制参数收益曲线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能绘制参数收益曲线——应用：见工单starter与教师参考实现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网格搜索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from sklearn.model_selection import GridSearchCV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grid = {"n_estimators": [100, 300], "max_depth": [3, 5], "learning_rate": [.05, .1]}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gs = GridSearchCV(XGBClassifier(eval_metric="logloss"), grid, cv=5).fit(X_tr, y_tr)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print(gs.best_params_, gs.best_score_)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曲线记录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res = []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for n in [50, 100, 200, 300, 500]: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f = f1_score(y_te, XGBClassifier(n_estimators=n).fit(X_tr, y_tr).predict(X_te))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res.append((n, round(f, 3)))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fit报JSON错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新版需eval_metric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构造时传入eval_metric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搜索跑不完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网格乘cv过大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先粗后细两轮搜索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验证好测试差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cv过拟合网格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留独立测试集终评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本章聚焦：Bagging vs Boosti… · 早停与学习率 · 调参工时账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M2-2 · XGBoost参数调优（下）：优化与评价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能跑通XGBoost基线与网格搜索——应用：见工单starter与教师参考实现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能在2小时内完成限时调优——应用：见工单starter与教师参考实现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能绘制参数收益曲线——应用：见工单starter与教师参考实现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能写工时收益结论——应用：见工单starter与教师参考实现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F1≥0.72（2h内） / 曲线留痕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F1≥0.88 / 工时-收益最优点论证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M2-2 参数调优与工时账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模型: RandomForest(回退)   搜索空间: max_depth[3, 4, 5] × n_estimators[…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GridSearch(穷举)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最优参数: {'max_depth': 3, 'n_estimators': 50}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交叉验证 best_cv=0.884   测试 macro-F1=0.725   耗时 1.35s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RandomSearch(预算)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最优参数: {'n_estimators': 100, 'max_depth': 3}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交叉验证 best_cv=0.878   测试 macro-F1=0.725   耗时 0.80s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小搜索空间穷举可穷尽更稳；大空间随机预算以极小精度代价换大幅工时 → 工时账写进工单。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工程化项目/m22_tuning_cost/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src/tuning_cost/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M2-2 参数调优与工时账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模型: RandomForest(回退)   搜索空间: max_depth[3, 4, 5] × n_estimators[…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GridSearch(穷举)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最优参数: {'max_depth': 3, 'n_estimators': 50}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交叉验证 best_cv=0.884   测试 macro-F1=0.725   耗时 1.35s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RandomSearch(预算)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最优参数: {'n_estimators': 100, 'max_depth': 3}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交叉验证 best_cv=0.878   测试 macro-F1=0.725   耗时 0.80s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小搜索空间穷举可穷尽更稳；大空间随机预算以极小精度代价换大幅工时 → 工时账写进工单。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30分钟方案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209366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209366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达标：F1≥0.88或快速方案论证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只调3个关键参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对比全网格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给出快速recipe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曲线与最优点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717675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71767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达标：曲线完整拐点论证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逐档记录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画参数F1曲线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标注拐点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网格搜索达标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582112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582112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达标：F1≥0.72限时内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定3参数网格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GridSearchCV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cv=5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默认参数基线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达标：基线可复现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XGBClassifier默认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fit和score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记录基线F1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XGBoost参数调优：备选方案决策矩阵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W7课中查①：'fit报JSON错'这个报错怎么排查？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W7课中查②：优秀线F1≥0.88你打算怎么冲？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F1≥0.72（2h内） / 曲线留痕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F1≥0.88 / 工时-收益最优点论证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3a518f73bcc3c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早停：验证集不涨就收手——省时间又防过拟合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调参工时账：收益曲线趋平即停——工程要算时间成本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交叉验证：cv=5轮流留一块做测试——评估不被单次划分骗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①工单M2-2收尾跑绿并上传 ②错题本记1条 ③预习微课+导学单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工单M2-2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学号_姓名_W12.py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MLP神经网络（上）：基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第一个神经网络。王主任路过看你屏幕：'这堆圈圈连线，比我闺女画的还乱。'林工笑：'乱中有序——每个圈都在学。'工单M2-3a：MLP读懂振动频谱，看清过拟合长什么样。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工单M2-2跑绿并上传学习平台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MLP神经网络（上）：基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W12-08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XGBoost参数调优（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