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W13 · 第10次课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MLP神经网络（下）：优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122116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122116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M2-3a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99356" y="3931920"/>
            <a:ext cx="2611417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99356" y="3931920"/>
            <a:ext cx="2611417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MLP神经网络（下）：优化与评价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W8课中查①：'loss为nan'这个报错怎么排查？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W8课中查②：优秀线准确率≥85%你打算怎么冲？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隐藏层/激活函数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学习曲线诊断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fit报JSON错：新版需eval_metric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修法：构造时传入eval_metric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本节主线：神经元=加权求和+激活；MLP=多层堆叠学非线性边界 / 激活函数ReLU：负半轴归零，梯度不饱和——应用：见工单s… / 前向传播算输出、反向传播调权重（只讲直觉不推公式）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理解网络结构与反向传播直观原理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会用early stopping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本章聚焦：隐藏层/激活函数 · 学习曲线诊断 · Dropout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过拟合三信号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("过拟合三信号=训练loss还在降但验证loss回升/训练准确率…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两大药方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("两大药方=Dropout(训练时随机失活神经元，逼网络不依赖个…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损失曲线听诊器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('损失曲线听诊器=训练全程的loss/acc曲线图：看斜率(学得…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过拟合三信号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训练loss降、验证loss升、gap拉大——模型在背题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原理：过拟合三信号=训练loss还在降但验证loss回升/训练准确率远高于验证/两类曲线张口变大——模型开始'背题'而非'学规律'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MLP必看学习曲线——本课最重要的诊断图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怎么判断：每epoch记录双曲线（train/val）：张口即警报——画出来看，别凭感觉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plot(h['loss'], h['val_loss']) 两线对比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逐行看：history=model.fit(...,validation_split=0.2) 返回双曲线数据；plot(history['loss'],history['val_loss']) 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误区：只看训练准确率——它永远趋近100%没意义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进阶：早停在拐点收手（callbacks.EarlyStopping(patience=5)）；过拟合≠坏事——说明模型容量够，接下来正则化驯服它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过拟合三信号：一张图看懂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2d7da51a5033d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追问：误区：只看训练准确率——它永远趋近100%没意义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一句话：训练loss降、验证loss升、gap拉大——模型在背题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何时用：MLP必看学习曲线——本课最重要的诊断图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两大药方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Dropout随机失活与EarlyStopping及时止损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原理：两大药方=Dropout(训练时随机失活神经元，逼网络不依赖个别'学霸')与L2正则(权重太大就罚)——治过拟合的左膀右臂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过拟合确诊后的两个处方——先试这两个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怎么判断：过拟合确诊后先上哪个：小数据Dropout(0.2-0.5)见效快；权重爆炸/L2；数据多就加数据增强——按病因开方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Dropout(0.5) + EarlyStopping(patience=10)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逐行看：Dense(64,activation='relu'),Dropout(0.3) 层后接失活；kernel_regularizer=l2(0.01) 权重罚金——两味药可同服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误区：dropout乱设0.9——常用区间0.2-0.5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进阶：数据增强（翻转/加噪）是第三味药且无副作用；EarlyStopping+Dropout+增强三联是CV标配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两大药方：一张图看懂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eb2a91cfb3a2c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追问：误区：dropout乱设0.9——常用区间0.2-0.5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一句话：Dropout随机失活与EarlyStopping及时止损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何时用：过拟合确诊后的两个处方——先试这两个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损失曲线听诊器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先看曲线再动手改结构——训练前先诊断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原理：损失曲线听诊器=训练全程的loss/acc曲线图：看斜率(学得快慢)、看张口(过拟合)、看平台(学不动)——曲线会说话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loss不降/NaN/爆炸各有病因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怎么判断：训练完先画曲线再报指标：曲线形态比最终数字信息量大——'怎么学到的'过程可审计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Consolas"/>
                <a:ea typeface="Microsoft YaHei"/>
              </a:rPr>
              <a:t>曲线不降查学习率：NaN降lr、平线升lr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Consolas"/>
                <a:ea typeface="Microsoft YaHei"/>
              </a:rPr>
              <a:t>逐行看：plt.plot(h.history['loss'],label='train'); plt.plot(h.history['val_loss'],label='val') 双线一张图——四…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曲线是模型体检报告——读它胜过背超参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进阶：batch_size影响曲线毛刺（大batch平滑但泛化略差）；曲线存档随实验台账——每个模型一张'心电图'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损失曲线听诊器：一张图看懂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b9cb4d300bd0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追问：曲线是模型体检报告——读它胜过背超参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一句话：先看曲线再动手改结构——训练前先诊断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何时用：loss不降/NaN/爆炸各有病因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本章聚焦：隐藏层/激活函数 · 学习曲线诊断 · Dropout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MLP骨架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sklearn.neural_network i…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损失曲线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h = model.fit(X_tr, y_tr, val…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能搭建并训练MLP分类器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能搭建并训练MLP分类器——应用：见工单starter与教师参考实现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能读懂训练验证损失曲线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能读懂训练验证损失曲线——应用：见工单starter与教师参考实现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能用Dropout与早…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能用Dropout与早停治过拟合——应用：见工单starter与教…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MLP骨架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from sklearn.neural_network import MLPClassifier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mlp = MLPClassifier(hidden_layer_sizes=(64, 32), early_stopping=True).fit(X_tr, y_tr)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print("test acc:", mlp.score(X_te, y_te))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损失曲线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h = model.fit(X_tr, y_tr, validation_split=.2, epochs=100,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callbacks=[EarlyStopping(patience=5)])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loss为nan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学习率过大或未标准化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StandardScaler加lr调小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训练不动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特征量纲悬殊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先标准化再进网络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早停太早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patience过小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patience取5到10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本章聚焦：隐藏层/激活函数 · 学习曲线诊断 · Dropout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M2-3a · MLP神经网络（下）：优化与评价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能搭建并训练MLP分类器——应用：见工单starter与教师参考实现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能读懂训练验证损失曲线——应用：见工单starter与教师参考实现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能用Dropout与早停治过拟合——应用：见工单starter与教师参考实现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能写结构决策记录——应用：见工单starter与教师参考实现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准确率≥75% / 诊断报告完整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准确率≥85% / 结构搜索对比表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工程化项目/m23a_mlp/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src/mlp_clf/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M2-3a MLP 神经网络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数据: 600 样本 × 30 维频谱 · 隐藏层 (64, 32) · 标准化已启用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训练轮数 37（early_stopping 提前停止）  测试准确率 = 0.933（目标≥0.75）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损失曲线诊断: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首轮   epoch  1  loss=0.6484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1/4  epoch 10  loss=0.4235  ×2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末轮   epoch 37  loss=0.1044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收敛判断: 末轮loss 0.1044 持续下降→收敛良好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中频段抬升（2-7维）是可学信号；网络结构+早停+正则三件套，准确率与泛化同时守住。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小结构搜索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达标：找到性价比最优结构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宽度16/32/64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深度1/2/3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表加结论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药方有效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79696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79696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达标：gap收窄且指标不降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加Dropout0.3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EarlyStopping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前后对比曲线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曲线诊断报告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758599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75859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达标：准确率≥75%图完整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History取loss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双曲线画图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标注过拟合点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跑通模板MLP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717675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717675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达标：模板可运行出指标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两层全连接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fit看accuracy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打印最终值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MLP神经网络：备选方案决策矩阵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W8课中查①：'loss为nan'这个报错怎么排查？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W8课中查②：优秀线准确率≥85%你打算怎么冲？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准确率≥75% / 诊断报告完整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准确率≥85% / 结构搜索对比表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2b9f8e94c2fbf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过拟合三信号：训练loss降、验证loss升、gap拉大——…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两大药方：Dropout随机失活与EarlyStoppi…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损失曲线听诊器：先看曲线再动手改结构——训练前先诊断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①工单M2-3a收尾跑绿并上传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工单M2-3a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学号_姓名_W13.py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CNN或LSTM二选一（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分组竞标周：老周把两份需求拍在桌上——焊缝缺陷CNN、风机寿命LSTM，'各组选一题，答辩定预算。'工单M2-3b：二选一实战，卷积或门控，用指标赢下项目。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工单M2-3a跑绿并上传学习平台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CNN或LSTM二选一（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W13-10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MLP神经网络（下）：优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