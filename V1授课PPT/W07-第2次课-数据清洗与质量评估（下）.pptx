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9" r:id="rId30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7" r:id="rId28"/>
    <p:sldId id="278" r:id="rId29"/>
    <p:sldId id="276" r:id="rId27"/>
    <p:sldId id="270" r:id="rId21"/>
    <p:sldId id="271" r:id="rId22"/>
    <p:sldId id="272" r:id="rId23"/>
    <p:sldId id="273" r:id="rId24"/>
    <p:sldId id="274" r:id="rId25"/>
    <p:sldId id="275" r:id="rId26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17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W07 · 第2次课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数据清洗与质量评估（下）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122116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12211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M1-1a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99356" y="3931920"/>
            <a:ext cx="3097530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9356" y="3931920"/>
            <a:ext cx="3097530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数据清洗与质量评估（下）：优化与评价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扩展班第一课，老周把三箱'历史遗留'数据砸在你工位：'三个月泵站日志，缺的缺、错的错，还有135℃的神仙记录。模型再好也怕脏数据——先学会把数据洗干净，再谈AI。'工单M1-…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W4课中查①：'KeyError列名错'这个报错怎么排查？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90779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303580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03580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32841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W4课中查②：优秀线预测缺失（进阶）你打算怎么冲？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87705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D2E8C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缺失率统计与处理策略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3σ与IQR异常识别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首课无历史坑——今天开始给自己建一份《错题本》。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A7D"/>
                </a:solidFill>
                <a:latin typeface="Microsoft YaHei"/>
                <a:ea typeface="Microsoft YaHei"/>
              </a:rPr>
              <a:t>本节主线：数据质量三清单：缺失、异常、重复——清洗前先量化再动手 / 缺失处理四策略：删除/前向填充/均值/插值，选择要有业务理由 / 异常识别两把尺：3σ准则与IQR箱线图，各自适用场景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会用Pandas完成缺失值与异常值处理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能输出结构化数据质量报告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1.错误速查复盘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61671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6167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2.优化冲刺（B/A层）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3.三层质检互查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37708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37708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4.当堂评分与反馈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449781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44978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5.下次课预告+微课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本章聚焦：缺失率统计与处理策略 · 3σ与IQR异常识别 · 质量评分口径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Pandas链式操作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('Pandas链式=方法串珠子返回新对象：df.dropna()…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质量评分口径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("质量评分口径=完整性(1-缺失率)+合规性(1-异常率)+唯一…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清洗留痕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('清洗留痕=每一步删改记台账：删了几行/为何删/删前样例——审计…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5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B04 Pandas链式操作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方法连点成流水线：isna().sum()→fillna()→dropna()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原理：Pandas链式=方法串珠子返回新对象：df.dropna().fillna().astype()一行流水——每个环节只做一件事，顺序可读可拆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清洗脚本主干——每一步都可读可复现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怎么判断：清洗管线用链式表达：读起来像工序单，注释逐环标注——比嵌套函数易读一个量级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df.drop_duplicates().fillna(method='ffill')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逐行看：(df.drop_duplicates() .assign(temp=lambda d: d['temp'].fillna(d['temp'].median())) .query('0&lt;vi…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链式太长难调试——中间结果落变量断点检查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进阶：pipe()挂自定义环节进链；assign新列原地语义；链别超6环（该拆函数了）——可读性优先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Pandas链式操作：一张图看懂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aec20b63e3ea6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追问：链式太长难调试——中间结果落变量断点检查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一句话：方法连点成流水线：isna().sum()→fillna()→dropna()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何时用：清洗脚本主干——每一步都可读可复现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B05 质量评分口径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完整率×准确率×一致率加权打分——质量数字化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原理：质量评分口径=完整性(1-缺失率)+合规性(1-异常率)+唯一性(1-重复率)加权——把'干不干净'压成一个可比数字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向管理层汇报'这批数据能用吗'的量化尺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怎么判断：清洗前后各评一次分：78→92的对比让'我做了什么'可量化汇报——管理层语言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score=0.5*完整率+0.3*准确率+0.2*一致率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逐行看：score=0.4*完整+0.4*合规+0.2*唯一 三项加权（权重按业务定并写明理由）；目标≥85——低于线先查最大失分项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权重按业务定：缺陷检测场景准确率权重必须最高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进阶：评分维度按业务扩展（时效性/一致性）；报告附三率明细表——一个分数+三张底账，透明可复核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B06 清洗留痕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每步处理前后行数与分布对比——证据链思维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原理：清洗留痕=每一步删改记台账：删了几行/为何删/删前样例——审计与复盘的生命线，静默改数是数据团队大忌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答辩被问'你删了多少数据凭什么'——留痕即答案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怎么判断：任何drop/fill都写日志行：时间戳+动作+数量+原因——三个月后别人问'这段数据怎么少了'有据可查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before=len(df); …清洗…; print(before, len(df))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逐行看：log.info('dropna(temp): -%d rows, reason: 断线段', n) 结构化日志；audit.append({...}) 内存台账最后落盘CSV——双轨留痕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不留痕=不可复现——工程师与脚本小子的分界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进阶：audit表列：step/before_n/after_n/reason/sample——一表看全清洗史；版本化存档(raw_v1.csv快照)可回滚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本章聚焦：缺失率统计与处理策略 · 3σ与IQR异常识别 · 质量评分口径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清洗骨架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df = pd.read_csv("pump_log.cs…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IQR异常识别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q1, q3 = df["temp"].quantile(…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能用Pandas完成缺…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能用Pandas完成缺失/异常/重复三类处理——应用：见工单sta…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能输出结构化质量报告（…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能输出结构化质量报告（三清单+评分）——应用：见工单starter…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能为每个清洗策略写出业…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能为每个清洗策略写出业务理由——应用：见工单starter与教师参…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清洗骨架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df = pd.read_csv("pump_log.csv", parse_dates=["ts"])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miss = df.isna().sum()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print("缺失率:\n", (miss / len(df)).round(3))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df["temp"] = df["temp"].ffill()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IQR异常识别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q1, q3 = df["temp"].quantile([.25, .75])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iqr = q3 - q1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mask = ~df["temp"].between(q1 - 1.5 * iqr, q3 + 1.5 * iqr)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print("异常行数:", mask.sum())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KeyError列名错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列名大小写或空格不符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df.columns先查看并strip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清洗后行数骤减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dropna默认any整行删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指定subset为关键列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报告数字对不上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处理顺序不同口径漂移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固定缺失-异常-重复顺序并留痕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本章聚焦：缺失率统计与处理策略 · 3σ与IQR异常识别 · 质量评分口径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M1-1a · 数据清洗与质量评估（下）：优化与评价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能用Pandas完成缺失/异常/重复三类处理——应用：见工单starter与教…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能输出结构化质量报告（三清单+评分）——应用：见工单starter与教师参考实现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能为每个清洗策略写出业务理由——应用：见工单starter与教师参考实现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能用分布图验证清洗未伤及正常数据——应用：见工单starter与教师参考实现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缺失处理率≥95% / 报告三清单齐全 / 策略有业务理由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预测缺失（进阶） / 质量评分≥90 / 报告可直接交付老周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15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M1-1a 数据清洗与质量评估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原始数据: 300 行  (缺测 14 / 超限 6 / 负值 5)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解A 纯Python循环 : 清洗后 275 行  质量分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解B Pandas掩码链 : 清洗后 275 行  质量分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双解互验: 行数一致=True  口径一致=True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剔除合计 25 行（缺测+负值+超限），保留率 91.7%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两解同口径同结果 → 清洗规则已冻结；清洗留痕（前后行数与分布）即过程性证据。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工程化项目/m11a_data_quality/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src/data_quality48/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M1-1a 数据清洗与质量评估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原始数据: 300 行  (缺测 14 / 超限 6 / 负值 5)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解A 纯Python循环 : 清洗后 275 行  质量分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解B Pandas掩码链 : 清洗后 275 行  质量分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双解互验: 行数一致=True  口径一致=True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剔除合计 25 行（缺测+负值+超限），保留率 91.7%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两解同口径同结果 → 清洗规则已冻结；清洗留痕（前后行数与分布）即过程性证据。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预测缺失进阶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2357120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235712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达标：预测填充优于均值且论证清楚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用其余特征建模预测缺失值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与均值填充对比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报告附录给出增益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策略有据可依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81742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81742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达标：评分≥85且理由完整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每策略写业务理由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分布图前后对比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质量评分计算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431536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报告排版成文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三清单全跑通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61023" y="3236976"/>
            <a:ext cx="2339215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1023" y="3236976"/>
            <a:ext cx="233921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达标：缺失处理率≥95%+三清单齐全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全表缺失统计与策略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IQR识别异常列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duplicated去重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1023" y="5431536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汇总三清单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跟做完成单列缺失清洗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12351" y="3236976"/>
            <a:ext cx="2436411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2351" y="3236976"/>
            <a:ext cx="243641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达标：温度列缺失率降为0且行数不变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读CSV看info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对温度列isna统计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ffill前向填充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12351" y="5431536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输出处理前后对比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数据清洗与质量评估：备选方案决策矩阵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W4课中查①：'KeyError列名错'这个报错怎么排查？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W4课中查②：优秀线预测缺失（进阶）你打算怎么冲？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缺失处理率≥95% / 报告三清单齐全 / 策略有业务理由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预测缺失（进阶） / 质量评分≥90 / 报告可直接交付老周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9e360f0c1ba8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Pandas链式操作：方法连点成流水线：isna().sum()→f…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质量评分口径：完整率×准确率×一致率加权打分——质量数字化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清洗留痕：每步处理前后行数与分布对比——证据链思维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①工单M1-1a收尾跑绿并上传 ②错题本记1条 ③预习微课+导学单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工单M1-1a+预习卡W5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学号_姓名_W07.py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特征设计与优化（上）：基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数据洗净了，林工却摇头：'同样的模型，好特征胜过换模型。'他递来一张特征字典模板：'从振动里造出10个特征，让我看见你的巧思。'工单M1-1b：EDA+特征工程，用特征重要性证明你的设计值钱。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工单M1-1a跑绿并上传学习平台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特征设计与优化（上）：基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W07-02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数据清洗与质量评估（下）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