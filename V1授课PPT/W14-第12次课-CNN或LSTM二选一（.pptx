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1" r:id="rId3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9" r:id="rId30"/>
    <p:sldId id="280" r:id="rId31"/>
    <p:sldId id="278" r:id="rId29"/>
    <p:sldId id="272" r:id="rId23"/>
    <p:sldId id="273" r:id="rId24"/>
    <p:sldId id="274" r:id="rId25"/>
    <p:sldId id="275" r:id="rId26"/>
    <p:sldId id="276" r:id="rId27"/>
    <p:sldId id="277" r:id="rId28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19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W14 · 第12次课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CNN或LSTM二选一（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122116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12211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M2-3b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99356" y="3931920"/>
            <a:ext cx="2685727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9356" y="3931920"/>
            <a:ext cx="268572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CNN或LSTM二选一（竞标）（下）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分组竞标周：老周把两份需求拍在桌上——焊缝缺陷CNN、风机寿命LSTM，'各组选一题，答辩定预算。'工单M2-3b：二选一实战，卷积或门控，用指标赢下项目。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W9课中查①：'Conv输入报维度'这个报错怎么排查？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90779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303580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03580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32841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W9课中查②：优秀线赢得竞标且指标优秀你打算怎么冲？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87705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D2E8C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卷积核滑动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滑动窗口样本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loss为nan：学习率过大或未标准化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修法：StandardScaler加lr调小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A7D"/>
                </a:solidFill>
                <a:latin typeface="Microsoft YaHei"/>
                <a:ea typeface="Microsoft YaHei"/>
              </a:rPr>
              <a:t>本节主线：卷积=小核滑动扫全图，参数共享天然适合图像——应用：见工单… / 池化降维：留最强信号，缩计算量——应用：见工单starte… / 滑动窗口造样本：一段序列切出无数训练对（LSTM路线）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掌握卷积或门控其一的工程应用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竞标答辩表达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1.错误速查复盘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616710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61671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2.优化冲刺（B/A层）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3.三层质检互查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37708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37708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4.当堂评分与反馈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449781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44978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5.下次课预告+微课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本章聚焦：卷积核滑动 · 滑动窗口样本 · 答辩评分表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门控直觉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遗忘门决定忘什么、输入门决定记什么——记忆开关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竞标答辩结构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问题-方案-指标-风险四段论——工程师讲方案的骨架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选型依据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图像缺陷选CNN、时序寿命选LSTM——数据形状定路线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5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B04 门控直觉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遗忘门决定忘什么、输入门决定记什么——记忆开关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门控直觉：遗忘门输入门决定记什么忘什么——应用：见工单starter与教师参考实现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时序依赖长（振动趋势/温度累积）时的选择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现场还原：分组竞标周：老周把两份需求拍在桌上——焊缝缺陷CNN、风机寿命LSTM，'各组选一题，答辩定预算。'工单M2-3b：二选一实战，卷积或门控，用指标赢下项目。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LSTM(64, return_sequences=True) 堆两层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误区：LSTM万能——短依赖GRU就够还更快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Conv输入报维度：未加channel维 → reshape成N1HW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门控直觉：一张图看懂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e41de0973cd46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追问：误区：LSTM万能——短依赖GRU就够还更快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一句话：遗忘门决定忘什么、输入门决定记什么——记忆开关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何时用：时序依赖长（振动趋势/温度累积）时的选择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B05 竞标答辩结构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问题-方案-指标-风险四段论——工程师讲方案的骨架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竞标答辩结构：问题方案指标风险四段论——应用：见工单starter与教师参考实现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W9小组竞标现场——按此结构过评委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现场还原：分组竞标周：老周把两份需求拍在桌上——焊缝缺陷CNN、风机寿命LSTM，'各组选一题，答辩定预算。'工单M2-3b：二选一实战，卷积或门控，用指标赢下项目。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PPT四页各对应一段，每页一个核心主张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误区：技术细节开篇——评委先听你解决什么问题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窗口错位：X与y长度不齐 → 统一用[:-horizon]截断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B06 选型依据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图像缺陷选CNN、时序寿命选LSTM——数据形状定路线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选型依据：图像缺陷选CNN时序寿命选LSTM，数据形状定路线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二选一作业的决策准则——不是抓阄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现场还原：分组竞标周：老周把两份需求拍在桌上——焊缝缺陷CNN、风机寿命LSTM，'各组选一题，答辩定预算。'工单M2-3b：二选一实战，卷积或门控，用指标赢下项目。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输入是图→CNN；输入是序列→LSTM 一句话定路线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数据形状写进选型表——答辩评委必问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答辩超时：堆细节无结构 → 四段论加计时排练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选型依据：一张图看懂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93ba3c4e659de9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卷积核像手电筒扫图加权求和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先追形状再查数值：形状对不上是新手报错第一名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追问：数据形状写进选型表——答辩评委必问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一句话：图像缺陷选CNN、时序寿命选LSTM——数据形状定路线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何时用：二选一作业的决策准则——不是抓阄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本章聚焦：卷积核滑动 · 滑动窗口样本 · 答辩评分表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CNN最小版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import torch.nn as nn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滑动窗口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W = 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能按题完成CNN或LS…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能按题完成CNN或LSTM建模——应用：见工单starter与教师…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能组队产出竞标书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能组队产出竞标书——应用：见工单starter与教师参考实现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能5分钟答辩讲清指标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能5分钟答辩讲清指标——应用：见工单starter与教师参考实现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CNN最小版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import torch.nn as nn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cnn = nn.Sequential(nn.Conv2d(1, 16, 3, padding=1), nn.ReLU(), nn.MaxPool2d(2),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               nn.Flatten(), nn.Linear(16 * 32 * 32, 2))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滑动窗口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W = 30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X = np.lib.stride_tricks.sliding_window_view(vib, W)[:-10]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y = rul[W - 1 + 10:]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Conv输入报维度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未加channel维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reshape成N1HW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窗口错位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X与y长度不齐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统一用[:-horizon]截断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答辩超时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堆细节无结构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四段论加计时排练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知识窗 · 考点拓展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33710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33710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WINDOW · W-KM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K-Means与无监督聚类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1+X考点对照知识窗：原理入门 + 自学路径（主线之外的一扇窗）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是什么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K-Means与无监督聚类：不给标签，让算法自己把'像的'分成K堆——距离最近的一堆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何时用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没有历史故障标签、或想先看看数据长几类时用；本课有标签所以走监督式——两路线在决策矩阵对照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最小示例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km=KMeans(n_clusters=3).fit(X); km.labels_ 每台设备归哪堆；km.cluster_centers_ 每堆中心（典型工况画像）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进阶方向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肘部法/inertia选K；DBSCAN密度聚类能抓'离群点'=天然异常检测——无监督异常检测是K-Means的进阶用法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本章聚焦：卷积核滑动 · 滑动窗口样本 · 答辩评分表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M2-3b · CNN或LSTM二选一（竞标）（下）：优化与评价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能按题完成CNN或LSTM建模——应用：见工单starter与教师参考实现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能组队产出竞标书——应用：见工单starter与教师参考实现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能5分钟答辩讲清指标——应用：见工单starter与教师参考实现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能对未选路线做概念对比——应用：见工单starter与教师参考实现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指标达标+竞标书完整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赢得竞标且指标优秀 / 给出未选路线的对比分析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M2-3b 竞标：CNN焊缝 vs LSTM风机（轻量基线）·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图像线（CNN焊缝·块统计特征3维）: 3折交叉验证 cv =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时序线（LSTM风机·RMS比值1维）  : 3折交叉验证 cv = 0.995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竞标建议: 轻量基线支持选「CNN焊缝」（差 0.005）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答辩要点: 基线≠上限——本表只证明'哪条路线更容易起步'；真模型预期增益需说明数据量、算力与标注成本三项证据。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工程化项目/m23b_bidding/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src/bidding_lines/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M2-3b 竞标：CNN焊缝 vs LSTM风机（轻量基线）·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图像线（CNN焊缝·块统计特征3维）: 3折交叉验证 cv =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时序线（LSTM风机·RMS比值1维）  : 3折交叉验证 cv = 0.995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竞标建议: 轻量基线支持选「CNN焊缝」（差 0.005）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答辩要点: 基线≠上限——本表只证明'哪条路线更容易起步'；真模型预期增益需说明数据量、算力与标注成本三项证据。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双路线通吃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717675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71767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达标：给出选型决策矩阵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跑另一路线mini版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对比表加适用边界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答辩展示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答辩制胜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845564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84556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达标：赢得竞标或评委加分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指标对标优秀线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风险与对策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模拟问答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达标加竞标书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218574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218574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达标：CNN≥75%或LSTM误差达标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调2个关键参数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四段论成文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组内排练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跑通给定starter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达标：指标可复现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按题选starter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默认参数训练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记录指标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CNN或LSTM二选一（竞标）：备选方案决策矩阵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W9课中查①：'Conv输入报维度'这个报错怎么排查？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W9课中查②：优秀线赢得竞标且指标优秀你打算怎么冲？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指标达标+竞标书完整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赢得竞标且指标优秀 / 给出未选路线的对比分析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031751b54e94f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门控直觉：遗忘门决定忘什么、输入门决定记什么——记忆开关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竞标答辩结构：问题-方案-指标-风险四段论——工程师讲方案的…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选型依据：图像缺陷选CNN、时序寿命选LSTM——数据形…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①工单M2-3b收尾跑绿并上传 ②错题本记1条 ③预习微课+导学单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工单M2-3b+竞标书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学号_姓名_W14.py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ResNet迁移学习（上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质检科只标了200张图，训练从零开始根本不够。林工：'站在巨人的肩膀上——ResNet迁移学习，小样本也能成事。'工单M3-1：冻结层与微调的取舍实验。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工单M2-3b跑绿并上传学习平台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ResNet迁移学习（上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W14-12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CNN或LSTM二选一（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