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80" r:id="rId32"/>
    <p:sldId id="308" r:id="rId60"/>
    <p:sldId id="319" r:id="rId71"/>
    <p:sldId id="367" r:id="rId16"/>
    <p:sldId id="368" r:id="rId17"/>
    <p:sldId id="369" r:id="rId18"/>
    <p:sldId id="370" r:id="rId19"/>
    <p:sldId id="366" r:id="rId15"/>
    <p:sldId id="364" r:id="rId116"/>
    <p:sldId id="365" r:id="rId1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6" Type="http://schemas.openxmlformats.org/officeDocument/2006/relationships/slide" Target="slides/slide2.xml"/><Relationship Id="rId32" Type="http://schemas.openxmlformats.org/officeDocument/2006/relationships/slide" Target="slides/slide3.xml"/><Relationship Id="rId60" Type="http://schemas.openxmlformats.org/officeDocument/2006/relationships/slide" Target="slides/slide4.xml"/><Relationship Id="rId71" Type="http://schemas.openxmlformats.org/officeDocument/2006/relationships/slide" Target="slides/slide5.xml"/><Relationship Id="rId116" Type="http://schemas.openxmlformats.org/officeDocument/2006/relationships/slide" Target="slides/slide9.xml"/><Relationship Id="rId1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开场30秒：《LLM故障诊断（下）：优化与评价》，80分钟=2课时×40分钟。课前已发工单+微课知识卡。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情境说书30秒：老周的终极愿望启动：'给集团造个不睡觉的值班工程师。'本地大模型就位，吴工提醒：'Prompt就是你的管理能力。'工单M…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工单发布：'设备智能运维中心工单M4-1'——及格线对比表完整+提升≥20%。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项目6-7 大模型·语言应用 | 预习知识点：LLM基础(ChatGPT/文心/通义)；Prompt工程(角色/示例/思维链) | 课中检查知识点：三版Prompt对比提升≥20%；本地mock调用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LLM故障诊断（下）：优化与评价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第17周 · 第18次课（2课时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W17课中查①：'Connection refused'这个报错怎么排查？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W17课中查②：优秀线提升≥35%或自创模板你打算怎么冲？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老周的终极愿望启动：'给集团造个不睡觉的值班工程师。'本地大模型就位，吴工提醒：'Prompt就是你的管理能力。'工单M4-1：LLM故障诊断，同一问题三种问法，对比优化。</a:t>
            </a:r>
          </a:p>
        </p:txBody>
      </p:sp>
      <p:pic>
        <p:nvPicPr>
          <p:cNvPr id="9" name="Picture 8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LLM故障诊断（下）：优化与评价（实施要点）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实施任务：工单M4-1《LLM故障诊断（下）：优化与评价》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对比表完整+提升≥20%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提升≥35%或自创模板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实测提升 +50% ｜ 对比表 3 行 ｜ 断服降级话术命中=是 ｜ 决策记录完整=是 ｜ 多轮 2 轮且上下文保持=是 ｜ 代码规范率实测 95.5%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能出回答</a:t>
            </a:r>
          </a:p>
          <a:p>
            <a:r>
              <a:rPr sz="1400" b="1">
                <a:solidFill>
                  <a:srgbClr val="0545E8"/>
                </a:solidFill>
              </a:rPr>
              <a:t>良好(C)    提升门槛≥20% ｜ 功能OK ｜ 提升≥20%加对比表</a:t>
            </a:r>
          </a:p>
          <a:p>
            <a:r>
              <a:rPr sz="1400" b="1">
                <a:solidFill>
                  <a:srgbClr val="0545E8"/>
                </a:solidFill>
              </a:rPr>
              <a:t>优秀(B)    功能OK ｜ 断服不崩溃有降级话术；决策记录完整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提升门槛≥35%（或多轮）｜ 功能OK ｜ 提升≥35%或多轮对话</a:t>
            </a:r>
          </a:p>
          <a:p>
            <a:r>
              <a:rPr sz="1400" b="1">
                <a:solidFill>
                  <a:srgbClr val="0545E8"/>
                </a:solidFill>
              </a:rPr>
              <a:t>人工答辩项 1 条，教师答辩时确认：企业元验收栏：功能可用□ 参数留痕□ 数据可信□（师傅签字）</a:t>
            </a:r>
          </a:p>
          <a:p>
            <a:r>
              <a:rPr sz="1400" b="1">
                <a:solidFill>
                  <a:srgbClr val="0545E8"/>
                </a:solidFill>
              </a:rPr>
              <a:t>本演示走离线规则通道；设 OPENAI_BASE_URL 与 OPENAI_API_KEY 环境变量即切真机 HTTP 通道（urllib+超时，重试耗尽自动降级，不硬编码任何密钥）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工程化项目/m41_prompt_lab/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src/prompt_lab/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M4-1 LLM 故障诊断·三版 Prompt 对比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问题（仅给症状，不含诊断关键词）: 3号泵振动在爬升，运转声音发闷，帮我看看。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[朴素] 质量分=0.5  较朴素 +0%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建议：检查电源。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[角色] 质量分=1.0  较朴素 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建议：更换轴承（依据：3号泵振动在爬升，运转声…）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[示例] 质量分=1.0  较朴素 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建议：更换轴承（依据：3号泵振动在爬升，运转声…）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说明: 本演示走 starter 的离线规则通道（口径一致、零依赖）；设 OPENAI_BASE_URL 或起 工具/mock…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下次课预告（第18周）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能搭建最小RAG问答链路——应用：见工单star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W17课中查①：'Connection refused'这个报错怎么排查？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m41_prompt_lab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实测提升 +50%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对比表 3 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断服降级话术命中=是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决策记录完整=是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多轮 2 轮且上下文保持=是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能出回答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提升≥20%加对比表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提升门槛≥20%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断服不崩溃有降级话术；决策记录完整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提升≥35%或多轮对话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提升门槛≥35%（或多轮）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1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m41_prompt_lab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项目：05-AI应用基础48课时版/工程化项目/m41_prompt_lab/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工具/ppt97/evidence/m41_prompt_lab/（capture97.py 真跑捕获，未改写数字）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W12-第18次课-LLM故障诊断（下）：优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