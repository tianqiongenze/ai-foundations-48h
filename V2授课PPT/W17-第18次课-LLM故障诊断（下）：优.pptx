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0"/>
    <p:sldId id="274" r:id="rId26"/>
    <p:sldId id="280" r:id="rId32"/>
    <p:sldId id="308" r:id="rId60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  <p:sldId id="372" r:id="rId21"/>
    <p:sldId id="373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71" Type="http://schemas.openxmlformats.org/officeDocument/2006/relationships/slide" Target="slides/slide5.xml"/><Relationship Id="rId116" Type="http://schemas.openxmlformats.org/officeDocument/2006/relationships/slide" Target="slides/slide11.xml"/><Relationship Id="rId1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开场30秒：《LLM故障诊断（下）：优化与评价》，80分钟=2课时×40分钟。课前已发工单+微课知识卡。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情境说书30秒：老周的终极愿望启动：'给集团造个不睡觉的值班工程师。'本地大模型就位，吴工提醒：'Prompt就是你的管理能力。'工单M…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工单发布：'设备智能运维中心工单M4-1'——及格线对比表完整+提升≥20%。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预习知识点：LLM基础(ChatGPT/文心/通义)；Prompt工程(角色/示例/思维链) | 课中检查知识点：三版Prompt对比提升≥20%；本地mock调用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LLM故障诊断（下）：优化与评价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第17周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W17课中查②：优秀线提升≥35%或自创模板你打算怎么冲？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LLM故障诊断（下）：优化与评价（实施要点）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实施任务：工单M4-1《LLM故障诊断（下）：优化与评价》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对比表完整+提升≥20%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提升≥35%或自创模板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实测提升 +50% ｜ 对比表 3 行 ｜ 断服降级话术命中=是 ｜ 决策记录完整=是 ｜ 多轮 2 轮且上下文保持=是 ｜ 代码规范率实测 95.5%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能出回答</a:t>
            </a:r>
          </a:p>
          <a:p>
            <a:r>
              <a:rPr sz="1400" b="1">
                <a:solidFill>
                  <a:srgbClr val="0545E8"/>
                </a:solidFill>
              </a:rPr>
              <a:t>良好(C)    提升门槛≥20% ｜ 功能OK ｜ 提升≥20%加对比表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断服不崩溃有降级话术；决策记录完整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提升门槛≥35%（或多轮）｜ 功能OK ｜ 提升≥35%或多轮对话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本演示走离线规则通道；设 OPENAI_BASE_URL 与 OPENAI_API_KEY 环境变量即切真机 HTTP 通道（urllib+超时，重试耗尽自动降级，不硬编码任何密钥）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实测提升 +50%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对比表 3 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断服降级话术命中=是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多轮 2 轮且上下文保持=是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能出回答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提升≥20%加对比表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提升门槛≥20%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断服不崩溃有降级话术；决策记录完整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提升≥35%或多轮对话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提升门槛≥35%（或多轮）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项目：05-AI应用基础48课时版/工程化项目/m41_prompt_lab/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工具/ppt97/evidence/m41_prompt_lab/（capture97.py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能搭建最小RAG问答链路——应用：见工单star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W12-第18次课-LLM故障诊断（下）：优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