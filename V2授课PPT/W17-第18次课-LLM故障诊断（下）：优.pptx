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74" r:id="rId23"/>
    <p:sldId id="375" r:id="rId24"/>
    <p:sldId id="376" r:id="rId25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0" Type="http://schemas.openxmlformats.org/officeDocument/2006/relationships/slide" Target="slides/slide5.xml"/><Relationship Id="rId71" Type="http://schemas.openxmlformats.org/officeDocument/2006/relationships/slide" Target="slides/slide9.xml"/><Relationship Id="rId116" Type="http://schemas.openxmlformats.org/officeDocument/2006/relationships/slide" Target="slides/slide15.xml"/><Relationship Id="rId117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W17课中查②：优秀线提升≥35%或自创模板你打算怎么冲？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LLM调用本质｜就是HTTP+JSON——OpenAI兼容接口四字段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Prompt三模板｜朴素/角色设定/少样本示例——三档递进对比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思维链提示｜让模型一步一步想——复杂问题分步解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变量控制｜同一问题同一温度只换模板——公平比较的前提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容错三件套｜超时重试异常降级日志留痕——外部依赖必设防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脱敏红线｜真实工单先抹设备编号人名再上模型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误区：以为要装'大模型驱动'——标准HTTP即可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误区：prompt越长越好——指令清晰胜过堆字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CoT对简单问题是浪费——一步能答的别绕路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Connection refused → 先python mock_llm_server.py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回答不稳定 → temperature为0对比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提升测不出 → 换多步推理题集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及格线我能过吗——对比表完整+提升≥20%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优秀线我够吗——提升≥35%或自创模板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技能点我能独立做出来吗——能调用本地LLM服务完成诊断问答；能设计并对比三种Prompt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素材来源：同周《第17次课-LLM故障诊断（上）：基》知识卡与避坑清单（逐字摘录）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LLM调用本质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去神秘化：大模型不是魔法是一个API requests.post(url, json={'messages':…})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Prompt三模板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同问题换模板对比效果——prompt即编程 role='system': '你是质检顾问'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思维链提示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故障排查/方案评审类多步推理 '先列出可能原因，再逐一分析，最后给结论'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Connection refused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原因：mock服务未启动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解决：先python mock_llm_server.py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回答不稳定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原因：未固定温度seed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解决：temperature为0对比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提升测不出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原因：题目太简单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解决：换多步推理题集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素材来源：同周《第17次课-LLM故障诊断（上）：基》知识卡与避坑清单（逐字摘录）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实测提升 +50% ｜ 对比表 3 行 ｜ 断服降级话术命中=是 ｜ 决策记录完整=是 ｜ 多轮 2 轮且上下文保持=是 ｜ 代码规范率实测 95.5%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能出回答</a:t>
            </a:r>
          </a:p>
          <a:p>
            <a:r>
              <a:rPr sz="1150" b="1">
                <a:solidFill>
                  <a:srgbClr val="0545E8"/>
                </a:solidFill>
              </a:rPr>
              <a:t>良好(C)    提升门槛≥20% ｜ 功能OK ｜ 提升≥20%加对比表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功能OK ｜ 断服不崩溃有降级话术；决策记录完整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提升门槛≥35%（或多轮）｜ 功能OK ｜ 提升≥35%或多轮对话</a:t>
            </a:r>
          </a:p>
          <a:p>
            <a:r>
              <a:rPr sz="115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150" b="1">
                <a:solidFill>
                  <a:srgbClr val="0545E8"/>
                </a:solidFill>
              </a:rPr>
              <a:t>本演示走离线规则通道；设 OPENAI_BASE_URL 与 OPENAI_API_KEY 环境变量即切真机 HTTP 通道（urllib+超时，重试耗尽自动降级，不硬编码任何密钥）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实测提升 +50%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对比表 3 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断服降级话术命中=是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多轮 2 轮且上下文保持=是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能出回答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提升≥20%加对比表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提升门槛≥20%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断服不崩溃有降级话术；决策记录完整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提升≥35%或多轮对话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提升门槛≥35%（或多轮）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项目：05-AI应用基础48课时版/工程化项目/m41_prompt_lab/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工具/ppt97/evidence/m41_prompt_lab/（capture97.py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W12-第18次课-LLM故障诊断（下）：优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