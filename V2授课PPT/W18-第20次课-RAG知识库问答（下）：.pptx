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9" r:id="rId18"/>
    <p:sldId id="370" r:id="rId19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第20次课（2课时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W18课中查②：优秀线检索≥90%+生成质量优你打算怎么冲？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下次课预告（第19周）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W18课中查①：'检索全不中'这个报错怎么排查？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W13-第20次课-RAG知识库问答（下）：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