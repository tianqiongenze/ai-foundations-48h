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80" r:id="rId32"/>
    <p:sldId id="308" r:id="rId60"/>
    <p:sldId id="319" r:id="rId71"/>
    <p:sldId id="367" r:id="rId16"/>
    <p:sldId id="368" r:id="rId17"/>
    <p:sldId id="366" r:id="rId15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60" Type="http://schemas.openxmlformats.org/officeDocument/2006/relationships/slide" Target="slides/slide4.xml"/><Relationship Id="rId71" Type="http://schemas.openxmlformats.org/officeDocument/2006/relationships/slide" Target="slides/slide5.xml"/><Relationship Id="rId116" Type="http://schemas.openxmlformats.org/officeDocument/2006/relationships/slide" Target="slides/slide9.xml"/><Relationship Id="rId1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开场30秒：《RAG知识库问答（下）：优化与评价》，80分钟=2课时×40分钟。课前已发工单+微课知识卡。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情境说书30秒：值班助手1.0总爱'一本正经地胡说'。林工：'让它有据可查——RAG。'知识库、检索、引用标注三件套——工单M4-2：让…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工单发布：'设备智能运维中心工单M4-2'——及格线检索≥80%+引用完整。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项目6-7 大模型·语言应用 | 预习知识点：RAG(检索增强生成)；知识库切分/向量检索/引用标注 | 课中检查知识点：搭建最小RAG链路；回答带出处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RAG知识库问答（下）：优化与评价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第18周 · 第20次课（2课时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W18课中查①：'检索全不中'这个报错怎么排查？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W18课中查②：优秀线检索≥90%+生成质量优你打算怎么冲？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值班助手1.0总爱'一本正经地胡说'。林工：'让它有据可查——RAG。'知识库、检索、引用标注三件套——工单M4-2：让每条建议都挂着出处。</a:t>
            </a:r>
          </a:p>
        </p:txBody>
      </p:sp>
      <p:pic>
        <p:nvPicPr>
          <p:cNvPr id="9" name="Picture 8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RAG知识库问答（下）：优化与评价（实施要点）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实施任务：工单M4-2《RAG知识库问答（下）：优化与评价》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检索≥80%+引用完整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检索≥90%+生成质量优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M4-2 RAG 知识库问答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知识库: data/knowledge_base.json  共 20 条（设备运维规范×7/故障排查指南×7/工艺参数标准×…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Q: 泵振动超标要看哪个标准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A: 依据知识库: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- [设备运维规范] 泵类设备振动速度有效值超过4.5mm/s应列入重点关注，超过7.1mm/s必须停机检查。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- [设备运维规范] 风机轴承振动加速度包络值突增30%以上时，应安排停机检查滚道点蚀与保持架磨损。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→ 建议：按上述条款执行并回填工单。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Q: 电机电流高但转速正常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升级解: ChromaDB 向量检索（教师参考/rag_chroma_demo.py）——语义相近但字面不重合的查询也能命中。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工程化项目/m42_rag/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src/rag48/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M4-2 RAG 知识库问答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知识库: data/knowledge_base.json  共 20 条（设备运维规范×7/故障排查指南×7/工艺参数标准×…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Q: 泵振动超标要看哪个标准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A: 依据知识库: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- [设备运维规范] 泵类设备振动速度有效值超过4.5mm/s应列入重点关注，超过7.1mm/s必须停机检查。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- [设备运维规范] 风机轴承振动加速度包络值突增30%以上时，应安排停机检查滚道点蚀与保持架磨损。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→ 建议：按上述条款执行并回填工单。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Q: 电机电流高但转速正常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升级解: ChromaDB 向量检索（教师参考/rag_chroma_demo.py）——语义相近但字面不重合的查询也能命中。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能跑通仿真环境随机基线——应用：见工单start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W18课中查①：'检索全不中'这个报错怎么排查？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W13-第20次课-RAG知识库问答（下）：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