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20"/>
    <p:sldId id="274" r:id="rId26"/>
    <p:sldId id="280" r:id="rId32"/>
    <p:sldId id="308" r:id="rId60"/>
    <p:sldId id="374" r:id="rId23"/>
    <p:sldId id="375" r:id="rId24"/>
    <p:sldId id="376" r:id="rId25"/>
    <p:sldId id="377" r:id="rId14"/>
    <p:sldId id="378" r:id="rId27"/>
    <p:sldId id="319" r:id="rId71"/>
    <p:sldId id="367" r:id="rId16"/>
    <p:sldId id="368" r:id="rId17"/>
    <p:sldId id="369" r:id="rId18"/>
    <p:sldId id="370" r:id="rId19"/>
    <p:sldId id="366" r:id="rId15"/>
    <p:sldId id="364" r:id="rId116"/>
    <p:sldId id="365" r:id="rId117"/>
    <p:sldId id="372" r:id="rId21"/>
    <p:sldId id="373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9.xml"/><Relationship Id="rId15" Type="http://schemas.openxmlformats.org/officeDocument/2006/relationships/slide" Target="slides/slide16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2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3.xml"/><Relationship Id="rId27" Type="http://schemas.openxmlformats.org/officeDocument/2006/relationships/slide" Target="slides/slide10.xml"/><Relationship Id="rId32" Type="http://schemas.openxmlformats.org/officeDocument/2006/relationships/slide" Target="slides/slide4.xml"/><Relationship Id="rId60" Type="http://schemas.openxmlformats.org/officeDocument/2006/relationships/slide" Target="slides/slide5.xml"/><Relationship Id="rId71" Type="http://schemas.openxmlformats.org/officeDocument/2006/relationships/slide" Target="slides/slide11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第18周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W18课中查①：'检索全不中'这个报错怎么排查？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W18课中查②：优秀线检索≥90%+生成质量优你打算怎么冲？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RAG三步｜知识切分→向量检索→引用生成——开卷考试三步抄法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切分粒度｜太碎丢上下文、太整检索糊——先按条目切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检索双解｜重合度打分直观→Chroma向量库工程实现——两解递进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引用标注｜每条建议挂条目ID——可点开溯源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幻觉治理｜检索为空时宁说'查无依据'不硬编——底线意识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评测分口径｜检索准确率与生成质量分开评——两头各管各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误区：全资料塞prompt——token贵且答非所问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粒度没有万能值——用检索准确率反推调整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误区：检索=模糊匹配——语义检索靠向量相似度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检索全不中 → 同义词扩展中文bigram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引用编号错乱 → 编号一次性生成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回答仍幻觉 → 空结果走查无依据分支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及格线我能过吗——检索≥80%+引用完整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优秀线我够吗——检索≥90%+生成质量优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技能点我能独立做出来吗——能搭建最小RAG问答链路；能调top-k与相关度阈值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素材来源：同周《第19次课-RAG知识库问答（上）：》知识卡与避坑清单（逐字摘录）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RAG三步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误区：全资料塞prompt——token贵且答非所问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知识切分→向量检索→引用生成——开卷考试三步抄法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让LLM答企业内部资料——不靠死记硬背 检索top3条目→拼进prompt→生成带引用答案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切分粒度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粒度没有万能值——用检索准确率反推调整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太碎丢上下文、太整检索糊——先按条目切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维修手册按故障条目切——每条自成一体 chunk_size=500, overlap=50 起步再调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检索双解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误区：检索=模糊匹配——语义检索靠向量相似度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重合度打分直观→Chroma向量库工程实现——两解递进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教学先用关键词打分理解检索原理 collection.query(embeddings, n_results=3)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检索全不中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原因：query与库用词不搭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解决：同义词扩展中文bigram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引用编号错乱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原因：拼接时重排了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解决：编号一次性生成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回答仍幻觉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原因：检索空还硬答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解决：空结果走查无依据分支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素材来源：同周《第19次课-RAG知识库问答（上）：》知识卡与避坑清单（逐字摘录）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RAG三步｜知识切分→向量检索→引用生成——开卷考试三步抄法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切分粒度｜太碎丢上下文、太整检索糊——先按条目切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检索双解｜重合度打分直观→Chroma向量库工程实现——两解递进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引用标注｜每条建议挂条目ID——可点开溯源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幻觉治理｜检索为空时宁说'查无依据'不硬编——底线意识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评测分口径｜检索准确率与生成质量分开评——两头各管各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及格(D)：检索≥80%+引用完整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优秀(B+)：检索≥90%+生成质量优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同义词扩展中文bigram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编号一次性生成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空结果走查无依据分支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素材来源：同周《第19次课-RAG知识库问答（上）：》知识卡与避坑清单（逐字摘录）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主题：能跑通仿真环境随机基线——应用：见工单start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预习快问：W18课前测①：本课工单M4-2的及格线是什么？（答：检索≥80%+引用完整）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150" b="1">
                <a:solidFill>
                  <a:srgbClr val="0545E8"/>
                </a:solidFill>
              </a:rPr>
              <a:t>实测达成档位: 优(A) ｜ 幻觉案例实测 3 条 ｜ 检索命中率（RRF 融合通道 recall@3）100.0% ｜ 引用覆盖率 100% ｜ 可溯源比例 100% ｜ 融合说明 2 行 ｜ 决策记录完整=是 ｜ 代码规范率实测 95.8%</a:t>
            </a:r>
          </a:p>
          <a:p>
            <a:r>
              <a:rPr sz="1150" b="1">
                <a:solidFill>
                  <a:srgbClr val="0545E8"/>
                </a:solidFill>
              </a:rPr>
              <a:t>及格(D)    规范率门槛≥70% [达标] ｜ 功能OK ｜ 幻觉案例≥2条；代码规范率≥70%</a:t>
            </a:r>
          </a:p>
          <a:p>
            <a:r>
              <a:rPr sz="1150" b="1">
                <a:solidFill>
                  <a:srgbClr val="0545E8"/>
                </a:solidFill>
              </a:rPr>
              <a:t>良好(C)    功能OK ｜ 检索≥80%有引用</a:t>
            </a:r>
          </a:p>
          <a:p>
            <a:r>
              <a:rPr sz="1150" b="1">
                <a:solidFill>
                  <a:srgbClr val="0545E8"/>
                </a:solidFill>
              </a:rPr>
              <a:t>优秀(B)    功能OK ｜ 检索≥85%可溯源；决策记录完整</a:t>
            </a:r>
          </a:p>
          <a:p>
            <a:r>
              <a:rPr sz="1150" b="1">
                <a:solidFill>
                  <a:srgbClr val="0545E8"/>
                </a:solidFill>
              </a:rPr>
              <a:t>优(A)     功能OK ｜ 检索≥90%加融合说明</a:t>
            </a:r>
          </a:p>
          <a:p>
            <a:r>
              <a:rPr sz="1150" b="1">
                <a:solidFill>
                  <a:srgbClr val="0545E8"/>
                </a:solidFill>
              </a:rPr>
              <a:t>人工答辩项 1 条，教师答辩时确认：企业元验收栏：功能可用□ 参数留痕□ 数据可信□（师傅签字）</a:t>
            </a:r>
          </a:p>
          <a:p>
            <a:r>
              <a:rPr sz="1150" b="1">
                <a:solidFill>
                  <a:srgbClr val="0545E8"/>
                </a:solidFill>
              </a:rPr>
              <a:t>RAG 底线='有据可查+诚实拒答'；查无依据的查询用于发现知识库盲区</a:t>
            </a:r>
          </a:p>
          <a:p>
            <a:r>
              <a:rPr sz="1150" b="1">
                <a:solidFill>
                  <a:srgbClr val="0545E8"/>
                </a:solidFill>
              </a:rPr>
              <a:t>检索双解：关键词精确匹配型号/编码，jieba+TF-IDF 语义重合描述类查询，RRF 融合两路互补（工单B03）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工程化项目/m42_rag/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src/rag48/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m42_rag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幻觉案例实测 3 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检索命中率（RRF 融合通道 recall@3）100.0%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引用覆盖率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可溯源比例 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融合说明 2 行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幻觉案例≥2条；代码规范率≥70%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检索≥80%有引用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检索≥85%可溯源；决策记录完整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检索≥90%加融合说明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1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7 项，本页只列前 5 项，其余见下页 report.txt 截图。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m42_rag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项目：05-AI应用基础48课时版/工程化项目/m42_rag/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10:49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工具/ppt97/evidence/m42_rag/（capture97.py 真跑捕获，未改写数字）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W18课中查①：'检索全不中'这个报错怎么排查？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W13-第20次课-RAG知识库问答（下）：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