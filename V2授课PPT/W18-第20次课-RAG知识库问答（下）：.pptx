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0"/>
    <p:sldId id="274" r:id="rId26"/>
    <p:sldId id="280" r:id="rId32"/>
    <p:sldId id="308" r:id="rId60"/>
    <p:sldId id="319" r:id="rId71"/>
    <p:sldId id="367" r:id="rId16"/>
    <p:sldId id="368" r:id="rId17"/>
    <p:sldId id="369" r:id="rId18"/>
    <p:sldId id="370" r:id="rId19"/>
    <p:sldId id="366" r:id="rId15"/>
    <p:sldId id="364" r:id="rId116"/>
    <p:sldId id="365" r:id="rId117"/>
    <p:sldId id="372" r:id="rId21"/>
    <p:sldId id="373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0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60" Type="http://schemas.openxmlformats.org/officeDocument/2006/relationships/slide" Target="slides/slide4.xml"/><Relationship Id="rId71" Type="http://schemas.openxmlformats.org/officeDocument/2006/relationships/slide" Target="slides/slide5.xml"/><Relationship Id="rId116" Type="http://schemas.openxmlformats.org/officeDocument/2006/relationships/slide" Target="slides/slide11.xml"/><Relationship Id="rId11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开场30秒：《RAG知识库问答（下）：优化与评价》，80分钟=2课时×40分钟。课前已发工单+微课知识卡。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情境说书30秒：值班助手1.0总爱'一本正经地胡说'。林工：'让它有据可查——RAG。'知识库、检索、引用标注三件套——工单M4-2：让…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工单发布：'设备智能运维中心工单M4-2'——及格线检索≥80%+引用完整。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预习知识点：RAG(检索增强生成)；知识库切分/向量检索/引用标注 | 课中检查知识点：搭建最小RAG链路；回答带出处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RAG知识库问答（下）：优化与评价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第18周 · 第20次课（2课时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W18课中查①：'检索全不中'这个报错怎么排查？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W18课中查②：优秀线检索≥90%+生成质量优你打算怎么冲？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pic>
        <p:nvPicPr>
          <p:cNvPr id="9" name="Picture 8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RAG知识库问答（下）：优化与评价（实施要点）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实施任务：工单M4-2《RAG知识库问答（下）：优化与评价》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检索≥80%+引用完整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检索≥90%+生成质量优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幻觉案例实测 3 条 ｜ 检索命中率（RRF 融合通道 recall@3）100.0% ｜ 引用覆盖率 100% ｜ 可溯源比例 100% ｜ 融合说明 2 行 ｜ 决策记录完整=是 ｜ 代码规范率实测 95.8%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幻觉案例≥2条；代码规范率≥70%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检索≥80%有引用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检索≥85%可溯源；决策记录完整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功能OK ｜ 检索≥90%加融合说明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RAG 底线='有据可查+诚实拒答'；查无依据的查询用于发现知识库盲区</a:t>
            </a:r>
          </a:p>
          <a:p>
            <a:r>
              <a:rPr sz="1400" b="1">
                <a:solidFill>
                  <a:srgbClr val="0545E8"/>
                </a:solidFill>
              </a:rPr>
              <a:t>检索双解：关键词精确匹配型号/编码，jieba+TF-IDF 语义重合描述类查询，RRF 融合两路互补（工单B03）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工程化项目/m42_rag/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src/rag48/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幻觉案例实测 3 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检索命中率（RRF 融合通道 recall@3）100.0%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引用覆盖率 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可溯源比例 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融合说明 2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幻觉案例≥2条；代码规范率≥70%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检索≥80%有引用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检索≥85%可溯源；决策记录完整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检索≥90%加融合说明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项目：05-AI应用基础48课时版/工程化项目/m42_rag/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工具/ppt97/evidence/m42_rag/（capture97.py 真跑捕获，未改写数字）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能跑通仿真环境随机基线——应用：见工单start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W18课中查①：'检索全不中'这个报错怎么排查？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W13-第20次课-RAG知识库问答（下）：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