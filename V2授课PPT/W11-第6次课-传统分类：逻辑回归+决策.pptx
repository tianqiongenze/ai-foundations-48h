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6.xml"/><Relationship Id="rId113" Type="http://schemas.openxmlformats.org/officeDocument/2006/relationships/slide" Target="slides/slide12.xml"/><Relationship Id="rId11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传统分类：逻辑回归+决策树（下）：优化与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40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误区：跳过划分直接全量训练——评估自欺欺人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样本几百以内必分层——否则测试集可能无故障样本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概率≠结论——0.7的故障概率仍可能错，看阈值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F1为0且accuracy高 →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max_iter警告 →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树过深过拟合 → 限制max_depth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技能点我能独立做出来吗——能跑通LR与决策树双模型；能计算并解读混淆矩阵与F1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分类建模五步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从原始数据到可交差模型的标准动作 X_train,X_test=train_test_split(X,y)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分层划分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故障率5%的数据随机切可能切成0% train_test_split(…, stratify=y, test_size=0.2)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逻辑回归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需要向质检解释'为什么判故障'的场景 model.predict_proba(X_test)[:,1] 出故障概率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F1为0且accuracy高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原因：类别不平衡加全预测多数类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解决：分层划分加class_weight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max_iter警告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原因：逻辑回归未收敛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解决：增大max_iter或标准化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树过深过拟合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原因：训练1.0测试0.6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解决：限制max_depth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W06-第6次课-传统分类：逻辑回归+决策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