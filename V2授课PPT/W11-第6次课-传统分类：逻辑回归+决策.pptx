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20"/>
    <p:sldId id="274" r:id="rId26"/>
    <p:sldId id="280" r:id="rId32"/>
    <p:sldId id="305" r:id="rId57"/>
    <p:sldId id="371" r:id="rId23"/>
    <p:sldId id="372" r:id="rId24"/>
    <p:sldId id="373" r:id="rId25"/>
    <p:sldId id="374" r:id="rId14"/>
    <p:sldId id="375" r:id="rId27"/>
    <p:sldId id="316" r:id="rId68"/>
    <p:sldId id="364" r:id="rId16"/>
    <p:sldId id="365" r:id="rId17"/>
    <p:sldId id="366" r:id="rId18"/>
    <p:sldId id="367" r:id="rId19"/>
    <p:sldId id="363" r:id="rId15"/>
    <p:sldId id="361" r:id="rId113"/>
    <p:sldId id="362" r:id="rId114"/>
    <p:sldId id="369" r:id="rId21"/>
    <p:sldId id="3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9.xml"/><Relationship Id="rId15" Type="http://schemas.openxmlformats.org/officeDocument/2006/relationships/slide" Target="slides/slide16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2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27" Type="http://schemas.openxmlformats.org/officeDocument/2006/relationships/slide" Target="slides/slide10.xml"/><Relationship Id="rId32" Type="http://schemas.openxmlformats.org/officeDocument/2006/relationships/slide" Target="slides/slide4.xml"/><Relationship Id="rId57" Type="http://schemas.openxmlformats.org/officeDocument/2006/relationships/slide" Target="slides/slide5.xml"/><Relationship Id="rId68" Type="http://schemas.openxmlformats.org/officeDocument/2006/relationships/slide" Target="slides/slide11.xml"/><Relationship Id="rId113" Type="http://schemas.openxmlformats.org/officeDocument/2006/relationships/slide" Target="slides/slide17.xml"/><Relationship Id="rId11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开场30秒：《传统分类：逻辑回归+决策树（下）：优化与评价》，80分钟=2课时×40分钟。课前已发工单+微课知识卡。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情境说书30秒：泵站分类模型1.0上线。老周盯着混淆矩阵问：'漏报一个轴承磨损，停线损失多少？误报一次，又要白跑几趟？'——工单M2-1…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工单发布：'设备智能运维中心工单M2-1a'——及格线F1≥0.70且口径正确。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预习知识点：train/test划分；逻辑回归与决策树；混淆矩阵与F1 | 课中检查知识点：能解读F1与业务代价(漏报/误报)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传统分类：逻辑回归+决策树（下）：优化与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第11周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课中查①：'F1为0且accuracy高'这个报错怎么排查？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课中查②：优秀线F1≥0.85你打算怎么冲？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传统分类：逻辑回归+决策树（下）：优化与评价（实施要点）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分类建模五步｜划分-训练-预测-评估-选型记录——顺序即纪律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分层划分｜stratify=y保持类别比例一致——故障样本少时保命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逻辑回归｜线性打分过sigmoid出概率——透明可解释的基线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决策树｜一连串if-else——画出来就是给车间的规则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混淆矩阵四格｜TP/FP/FN/TN——一切评估指标的原材料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F1调和平均｜精确率与召回率的调和平均——两头都不能瘸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误区：跳过划分直接全量训练——评估自欺欺人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样本几百以内必分层——否则测试集可能无故障样本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概率≠结论——0.7的故障概率仍可能错，看阈值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F1为0且accuracy高 → 分层划分加class_weight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max_iter警告 → 增大max_iter或标准化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树过深过拟合 → 限制max_depth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及格线我能过吗——F1≥0.70且口径正确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优秀线我够吗——F1≥0.85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技能点我能独立做出来吗——能跑通LR与决策树双模型；能计算并解读混淆矩阵与F1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素材来源：同周《第5次课-传统分类：逻辑回归+决策》知识卡与避坑清单（逐字摘录）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分类建模五步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误区：跳过划分直接全量训练——评估自欺欺人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划分-训练-预测-评估-选型记录——顺序即纪律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从原始数据到可交差模型的标准动作 X_train,X_test=train_test_split(X,y)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分层划分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样本几百以内必分层——否则测试集可能无故障样本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stratify=y保持类别比例一致——故障样本少时保命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故障率5%的数据随机切可能切成0% train_test_split(…, stratify=y, test_size=0.2)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逻辑回归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概率≠结论——0.7的故障概率仍可能错，看阈值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线性打分过sigmoid出概率——透明可解释的基线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需要向质检解释'为什么判故障'的场景 model.predict_proba(X_test)[:,1] 出故障概率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F1为0且accuracy高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原因：类别不平衡加全预测多数类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解决：分层划分加class_weight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max_iter警告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原因：逻辑回归未收敛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解决：增大max_iter或标准化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树过深过拟合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原因：训练1.0测试0.6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解决：限制max_depth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素材来源：同周《第5次课-传统分类：逻辑回归+决策》知识卡与避坑清单（逐字摘录）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分类建模五步｜划分-训练-预测-评估-选型记录——顺序即纪律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分层划分｜stratify=y保持类别比例一致——故障样本少时保命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逻辑回归｜线性打分过sigmoid出概率——透明可解释的基线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决策树｜一连串if-else——画出来就是给车间的规则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混淆矩阵四格｜TP/FP/FN/TN——一切评估指标的原材料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F1调和平均｜精确率与召回率的调和平均——两头都不能瘸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及格(D)：F1≥0.70且口径正确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优秀(B+)：F1≥0.85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分层划分加class_weight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增大max_iter或标准化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限制max_depth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素材来源：同周《第5次课-传统分类：逻辑回归+决策》知识卡与避坑清单（逐字摘录）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主题：能跑通XGBoost基线与网格搜索——应用：见工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预习快问：课前测①：本课工单M2-1a的及格线是什么？（答：F1≥0.70且口径正确）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实施任务：工单M2-1a《传统分类：逻辑回归+决策树（下）：优化与评价》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F1≥0.70且口径正确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优秀(B) ｜ 基线acc LR 0.707/DT 0.707｜最优 DT macro F1 实测 0.706（口径 average=macro，OvR pos_label 逐类登记）｜阈值曲线每类最少19 点（共 57 点）｜决策记录完整（result.json 回读校验）｜实测规范率 96.22%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基线accuracy输出；代码规范率≥70%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F1≥0.70口径正确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给出阈值方案与理由；决策记录完整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[未达标] ｜ 功能缺 ｜ F1≥0.85或方案论证充分</a:t>
            </a:r>
          </a:p>
          <a:p>
            <a:r>
              <a:rPr sz="1150" b="1">
                <a:solidFill>
                  <a:srgbClr val="0545E8"/>
                </a:solidFill>
              </a:rPr>
              <a:t>优(A) 备选路「方案论证充分」：口头答辩 + 评审评委签认，代码不代判</a:t>
            </a:r>
          </a:p>
          <a:p>
            <a:r>
              <a:rPr sz="115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15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B5533A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B5533A"/>
                </a:solidFill>
                <a:latin typeface="微软雅黑"/>
              </a:rPr>
              <a:t>优秀(B)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基线acc LR 0.707/DT 0.707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最优 DT macro F1 实测 0.706（口径 average=macr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阈值曲线每类最少19 点（共 57 点）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实测规范率 96.22%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基线accuracy输出；代码规范率≥70%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F1≥0.70口径正确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给出阈值方案与理由；决策记录完整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F1≥0.85或方案论证充分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[未达标] ｜ 功能缺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5533A"/>
                          </a:solidFill>
                          <a:latin typeface="微软雅黑"/>
                        </a:rPr>
                        <a:t>✗ 未达标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项目：05-AI应用基础48课时版/工程化项目/m21a_classic_clf/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工具/ppt97/evidence/m21a_classic_clf/（capture97.py 真跑捕获，未改写数字）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能跑通XGBoost基线与网格搜索——应用：见工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课中查①：'F1为0且accuracy高'这个报错怎么排查？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W06-第6次课-传统分类：逻辑回归+决策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