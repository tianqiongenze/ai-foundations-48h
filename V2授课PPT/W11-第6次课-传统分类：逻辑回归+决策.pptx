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80" r:id="rId32"/>
    <p:sldId id="305" r:id="rId57"/>
    <p:sldId id="316" r:id="rId68"/>
    <p:sldId id="364" r:id="rId16"/>
    <p:sldId id="365" r:id="rId17"/>
    <p:sldId id="363" r:id="rId15"/>
    <p:sldId id="361" r:id="rId113"/>
    <p:sldId id="362" r:id="rId1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26" Type="http://schemas.openxmlformats.org/officeDocument/2006/relationships/slide" Target="slides/slide2.xml"/><Relationship Id="rId32" Type="http://schemas.openxmlformats.org/officeDocument/2006/relationships/slide" Target="slides/slide3.xml"/><Relationship Id="rId57" Type="http://schemas.openxmlformats.org/officeDocument/2006/relationships/slide" Target="slides/slide4.xml"/><Relationship Id="rId68" Type="http://schemas.openxmlformats.org/officeDocument/2006/relationships/slide" Target="slides/slide5.xml"/><Relationship Id="rId113" Type="http://schemas.openxmlformats.org/officeDocument/2006/relationships/slide" Target="slides/slide9.xml"/><Relationship Id="rId114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开场30秒：《传统分类：逻辑回归+决策树（下）：优化与评价》，80分钟=2课时×40分钟。课前已发工单+微课知识卡。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情境说书30秒：泵站分类模型1.0上线。老周盯着混淆矩阵问：'漏报一个轴承磨损，停线损失多少？误报一次，又要白跑几趟？'——工单M2-1…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工单发布：'设备智能运维中心工单M2-1a'——及格线F1≥0.70且口径正确。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项目3 机器学习 | 预习知识点：train/test划分；逻辑回归与决策树；混淆矩阵与F1 | 课中检查知识点：能解读F1与业务代价(漏报/误报)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传统分类：逻辑回归+决策树（下）：优化与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第11周 · 第6次课（2课时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课中查①：'F1为0且accuracy高'这个报错怎么排查？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课中查②：优秀线F1≥0.85你打算怎么冲？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泵站分类模型1.0上线。老周盯着混淆矩阵问：'漏报一个轴承磨损，停线损失多少？误报一次，又要白跑几趟？'——工单M2-1a：逻辑回归与决策树同台，用F1和业务代价说话。</a:t>
            </a:r>
          </a:p>
        </p:txBody>
      </p:sp>
      <p:pic>
        <p:nvPicPr>
          <p:cNvPr id="9" name="Picture 8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传统分类：逻辑回归+决策树（下）：优化与评价（实施要点）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实施任务：工单M2-1a《传统分类：逻辑回归+决策树（下）：优化与评价》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F1≥0.70且口径正确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F1≥0.85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M2-1a 传统分类：逻辑回归 vs 决策树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数据: 300 条三态样本（正常/轴承磨损/叶轮堵塞）· 训练 225 / 测试 75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解A 逻辑回归: acc=0.707  macro-F1=0.701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混淆矩阵（行=真实 / 列=预测）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                  正常      轴承磨损      叶轮堵塞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正常                13         7         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轴承磨损               5        19         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叶轮堵塞               2         2        21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逻辑回归可解释强、决策树易读；漏报（把故障判为正常）是产线最贵的错误 → 决策矩阵权重给'召回率'。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工程化项目/m21a_classic_clf/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src/classic_clf/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M2-1a 传统分类：逻辑回归 vs 决策树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数据: 300 条三态样本（正常/轴承磨损/叶轮堵塞）· 训练 225 / 测试 75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解A 逻辑回归: acc=0.707  macro-F1=0.701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混淆矩阵（行=真实 / 列=预测）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                  正常      轴承磨损      叶轮堵塞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正常                13         7         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轴承磨损               5        19         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叶轮堵塞               2         2        21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逻辑回归可解释强、决策树易读；漏报（把故障判为正常）是产线最贵的错误 → 决策矩阵权重给'召回率'。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下次课预告（第12周）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能跑通XGBoost基线与网格搜索——应用：见工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课中查①：'F1为0且accuracy高'这个报错怎么排查？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W06-第6次课-传统分类：逻辑回归+决策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