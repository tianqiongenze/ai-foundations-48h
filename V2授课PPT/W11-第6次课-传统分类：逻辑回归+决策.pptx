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7" Type="http://schemas.openxmlformats.org/officeDocument/2006/relationships/slide" Target="slides/slide4.xml"/><Relationship Id="rId68" Type="http://schemas.openxmlformats.org/officeDocument/2006/relationships/slide" Target="slides/slide5.xml"/><Relationship Id="rId113" Type="http://schemas.openxmlformats.org/officeDocument/2006/relationships/slide" Target="slides/slide11.xml"/><Relationship Id="rId11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开场30秒：《传统分类：逻辑回归+决策树（下）：优化与评价》，80分钟=2课时×40分钟。课前已发工单+微课知识卡。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情境说书30秒：泵站分类模型1.0上线。老周盯着混淆矩阵问：'漏报一个轴承磨损，停线损失多少？误报一次，又要白跑几趟？'——工单M2-1…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工单发布：'设备智能运维中心工单M2-1a'——及格线F1≥0.70且口径正确。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预习知识点：train/test划分；逻辑回归与决策树；混淆矩阵与F1 | 课中检查知识点：能解读F1与业务代价(漏报/误报)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传统分类：逻辑回归+决策树（下）：优化与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第11周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课中查②：优秀线F1≥0.85你打算怎么冲？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泵站分类模型1.0上线。老周盯着混淆矩阵问：'漏报一个轴承磨损，停线损失多少？误报一次，又要白跑几趟？'——工单M2-1a：逻辑回归与决策树同台，用F1和业务代价说话。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传统分类：逻辑回归+决策树（下）：优化与评价（实施要点）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实施任务：工单M2-1a《传统分类：逻辑回归+决策树（下）：优化与评价》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F1≥0.70且口径正确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优秀(B) ｜ 基线acc LR 0.707/DT 0.707｜最优 DT macro F1 实测 0.706（口径 average=macro，OvR pos_label 逐类登记）｜阈值曲线每类最少19 点（共 57 点）｜决策记录完整（result.json 回读校验）｜实测规范率 96.22%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基线accuracy输出；代码规范率≥70%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F1≥0.70口径正确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给出阈值方案与理由；决策记录完整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[未达标] ｜ 功能缺 ｜ F1≥0.85或方案论证充分</a:t>
            </a:r>
          </a:p>
          <a:p>
            <a:r>
              <a:rPr sz="1400" b="1">
                <a:solidFill>
                  <a:srgbClr val="0545E8"/>
                </a:solidFill>
              </a:rPr>
              <a:t>优(A) 备选路「方案论证充分」：口头答辩 + 评审评委签认，代码不代判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工程化项目/m21a_classic_clf/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src/classic_clf/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5533A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B5533A"/>
                </a:solidFill>
                <a:latin typeface="微软雅黑"/>
              </a:rPr>
              <a:t>优秀(B)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基线acc LR 0.707/DT 0.707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最优 DT macro F1 实测 0.706（口径 average=macr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阈值曲线每类最少19 点（共 57 点）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实测规范率 96.22%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基线accuracy输出；代码规范率≥70%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F1≥0.70口径正确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给出阈值方案与理由；决策记录完整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F1≥0.85或方案论证充分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[未达标] ｜ 功能缺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B5533A"/>
                          </a:solidFill>
                          <a:latin typeface="微软雅黑"/>
                        </a:rPr>
                        <a:t>✗ 未达标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m21a_classic_clf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项目：05-AI应用基础48课时版/工程化项目/m21a_classic_clf/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工具/ppt97/evidence/m21a_classic_clf/（capture97.py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M2-1a 传统分类：逻辑回归 vs 决策树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300 条三态样本（正常/轴承磨损/叶轮堵塞）· 训练 225 / 测试 75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逻辑回归: acc=0.707  macro-F1=0.701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混淆矩阵（行=真实 / 列=预测）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                正常      轴承磨损      叶轮堵塞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正常                13         7         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轴承磨损               5        19         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叶轮堵塞               2         2        21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逻辑回归可解释强、决策树易读；漏报（把故障判为正常）是产线最贵的错误 → 决策矩阵权重给'召回率'。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能跑通XGBoost基线与网格搜索——应用：见工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课中查①：'F1为0且accuracy高'这个报错怎么排查？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W06-第6次课-传统分类：逻辑回归+决策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