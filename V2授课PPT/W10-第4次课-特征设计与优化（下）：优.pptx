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20"/>
    <p:sldId id="274" r:id="rId26"/>
    <p:sldId id="280" r:id="rId32"/>
    <p:sldId id="303" r:id="rId55"/>
    <p:sldId id="369" r:id="rId23"/>
    <p:sldId id="370" r:id="rId24"/>
    <p:sldId id="371" r:id="rId25"/>
    <p:sldId id="314" r:id="rId66"/>
    <p:sldId id="362" r:id="rId16"/>
    <p:sldId id="363" r:id="rId17"/>
    <p:sldId id="364" r:id="rId18"/>
    <p:sldId id="365" r:id="rId19"/>
    <p:sldId id="361" r:id="rId15"/>
    <p:sldId id="359" r:id="rId111"/>
    <p:sldId id="360" r:id="rId112"/>
    <p:sldId id="367" r:id="rId21"/>
    <p:sldId id="368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5" Type="http://schemas.openxmlformats.org/officeDocument/2006/relationships/slide" Target="slides/slide5.xml"/><Relationship Id="rId66" Type="http://schemas.openxmlformats.org/officeDocument/2006/relationships/slide" Target="slides/slide6.xml"/><Relationship Id="rId111" Type="http://schemas.openxmlformats.org/officeDocument/2006/relationships/slide" Target="slides/slide12.xml"/><Relationship Id="rId11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课中查②：优秀线特征-30%性能不降你打算怎么冲？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93.53%） [达标] ｜ 功能OK ｜ 新特征进 Top3 且有物理解释 ｜ 实测 Top3 内 v1.1 新特征 2 个：f_ratio2x、f_hf_ratio；物理解释成文 46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为什么比值型特征对工况免疫（企业元师傅签认）；解释说服力：新特征物理解释是否讲得通（程序只判成文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5 特征表能跑通（最小集出指标）+ 代码规范率≥70% ｜ 前 5 特征（t_mean/t_std/t_rms/t_ptp/t_max）4 折×3 种子 CV 跑通：acc 0.4778 / macro-F1 0.47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特征=体检指标｜从原始波形提炼有意义的量——模型只吃指标不吃波形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特征字典｜名称/公式/物理意义/取值范围四栏成文——特征户口本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相关性初筛｜|r|&gt;0.95的特征对留一个——信息重复就该裁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特征重要性｜树模型给特征打分——让数据投票谁重要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好特征胜过换模型｜同模型下特征增益常大于算法升级——先磨刀再换刀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特征泄漏预警｜用了未来才知道的列——线下虚高线上翻车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误区：特征越多越好——冗余特征拖慢还扰模型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没字典的特征半年后自己都看不懂——文档即资产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误区：阈值只设|r|&gt;0.99——0.95更实用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resample报错 → set_index后或parse_dates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特征全0 → 先做W1清洗再回填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重要性集中1个 → 检查是否用了标签衍生信息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及格线我能过吗——特征≥10个且字典完整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优秀线我够吗——特征-30%性能不降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技能点我能独立做出来吗——能从振动序列构造≥10个特征；能写规范特征字典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素材来源：同周《第3次课-特征设计与优化（上）：基》知识卡与避坑清单（逐字摘录）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特征=体检指标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振动均值/RMS/主频——时域与频域两族特征 feats = {'rms': np.sqrt((x**2).mean())}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特征字典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特征交接给下一人——不看代码也懂每个特征 docs/features.md 每特征一行四栏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相关性初筛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温度与电阻强相关——留物理意义更清的那个 df.corr() 热力图一眼看穿冗余对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resample报错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原因：ts不是DatetimeIndex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解决：set_index后或parse_dates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特征全0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原因：窗口内数据缺失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解决：先做W1清洗再回填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重要性集中1个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原因：存在泄漏列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解决：检查是否用了标签衍生信息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素材来源：同周《第3次课-特征设计与优化（上）：基》知识卡与避坑清单（逐字摘录）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W05-第4次课-特征设计与优化（下）：优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