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20"/>
    <p:sldId id="274" r:id="rId26"/>
    <p:sldId id="280" r:id="rId32"/>
    <p:sldId id="303" r:id="rId55"/>
    <p:sldId id="314" r:id="rId66"/>
    <p:sldId id="362" r:id="rId16"/>
    <p:sldId id="363" r:id="rId17"/>
    <p:sldId id="364" r:id="rId18"/>
    <p:sldId id="365" r:id="rId19"/>
    <p:sldId id="361" r:id="rId15"/>
    <p:sldId id="359" r:id="rId111"/>
    <p:sldId id="360" r:id="rId112"/>
    <p:sldId id="367" r:id="rId21"/>
    <p:sldId id="368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0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5" Type="http://schemas.openxmlformats.org/officeDocument/2006/relationships/slide" Target="slides/slide4.xml"/><Relationship Id="rId66" Type="http://schemas.openxmlformats.org/officeDocument/2006/relationships/slide" Target="slides/slide5.xml"/><Relationship Id="rId111" Type="http://schemas.openxmlformats.org/officeDocument/2006/relationships/slide" Target="slides/slide11.xml"/><Relationship Id="rId112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开场30秒：《特征设计与优化（下）：优化与评价》，80分钟=2课时×40分钟。课前已发工单+微课知识卡。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情境说书30秒：数据洗净了，林工却摇头：'同样的模型，好特征胜过换模型。'他递来一张特征字典模板：'从振动里造出10个特征，让我看见你的…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工单发布：'设备智能运维中心工单M1-1b'——及格线特征≥10个且字典完整。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预习知识点：EDA探索；特征构造(差值/比值/统计量)；特征重要性 | 课中检查知识点：能造≥10个特征并用重要性证明价值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特征设计与优化（下）：优化与评价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第10周 · 第4次课（2课时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课中查①：'resample报错'这个报错怎么排查？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课中查②：优秀线特征-30%性能不降你打算怎么冲？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数据洗净了，林工却摇头：'同样的模型，好特征胜过换模型。'他递来一张特征字典模板：'从振动里造出10个特征，让我看见你的巧思。'工单M1-1b：EDA+特征工程，用特征重要性证明你的设计值钱。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特征设计与优化（下）：优化与评价（实施要点）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实施任务：工单M1-1b《特征设计与优化（下）：优化与评价》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特征≥10个且字典完整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特征-30%性能不降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代码规范率 93.53%（工单把≥70%钉在 D 档）｜ 特征 18 个（最小集 acc 0.4778）｜ 消融砍 33.3% 后 acc -0.0028 ｜ Top3 内新特征 2 个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5 特征表能跑通；代码规范率≥70% ｜ 实测 最小集 5 特征跑通：4 折×3 种子 CV acc 0.4778；规范率 93.53%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规范率不另设线（工单仅 D 档设线，实测 93.53%） [达标] ｜ 功能OK ｜ ≥10 特征且字典完整（名称/公式/含义/单位/范围五栏成文） ｜ 实测 特征 18 个（线 10）；字典五栏成文 5/5，缺空 0 处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规范率不另设线（工单仅 D 档设线，实测 93.53%） [达标] ｜ 功能OK ｜ 特征砍 30% 性能不降（消融验证）；决策记录完整 ｜ 实测 尾部砍 33.3%（6 个）后 acc -0.0028（红线 ±0.030）；决策记录 295 字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规范率不另设线（工单仅 D 档设线，实测 93.53%） [达标] ｜ 功能OK ｜ 新特征进 Top3 且有物理解释 ｜ 实测 Top3 内 v1.1 新特征 2 个：f_ratio2x、f_hf_ratio；物理解释成文 46 字</a:t>
            </a:r>
          </a:p>
          <a:p>
            <a:r>
              <a:rPr sz="1400" b="1">
                <a:solidFill>
                  <a:srgbClr val="0545E8"/>
                </a:solidFill>
              </a:rPr>
              <a:t>人工答辩项（程序不判、不许自称达标）：口头答辩：为什么比值型特征对工况免疫（企业元师傅签认）；解释说服力：新特征物理解释是否讲得通（程序只判成文+字数达标）；工单末页学习反思单三问（计入过程分 10%）</a:t>
            </a:r>
          </a:p>
          <a:p>
            <a:r>
              <a:rPr sz="1400" b="1">
                <a:solidFill>
                  <a:srgbClr val="0545E8"/>
                </a:solidFill>
              </a:rPr>
              <a:t>D 层 [达成] 5 特征表能跑通（最小集出指标）+ 代码规范率≥70% ｜ 前 5 特征（t_mean/t_std/t_rms/t_ptp/t_max）4 折×3 种子 CV 跑通：acc 0.4778 / macro-F1 0.47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工程化项目/m11b_feature_design/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src/feature_design48/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m11b_feature_design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93.53%（工单把≥70%钉在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特征 18 个（最小集 acc 0.4778）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消融砍 33.3% 后 acc -0.0028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Top3 内新特征 2 个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最小集 5 特征跑通：4 折×3 种子 CV acc 0.4778；规范率 93.53%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5 特征表能跑通；代码规范率≥70%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特征 18 个（线 10）；字典五栏成文 5/5，缺空 0 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≥10 特征且字典完整（名称/公式/含义/单位/范围五栏成文）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尾部砍 33.3%（6 个）后 acc -0.0028（红线 ±0.030）；决策记录 295 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特征砍 30% 性能不降（消融验证）；决策记录完整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Top3 内 v1.1 新特征 2 个：f_ratio2x、f_hf_ratio；物理解释成文 46 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新特征进 Top3 且有物理解释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m11b_feature_design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项目：05-AI应用基础48课时版/工程化项目/m11b_feature_design/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10:50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工具/ppt97/evidence/m11b_feature_design/（capture97.py 真跑捕获，未改写数字）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能跑通LR与决策树双模型——应用：见工单star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课中查①：'resample报错'这个报错怎么排查？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W05-第4次课-特征设计与优化（下）：优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