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7" r:id="rId59"/>
    <p:sldId id="318" r:id="rId70"/>
    <p:sldId id="366" r:id="rId16"/>
    <p:sldId id="367" r:id="rId17"/>
    <p:sldId id="368" r:id="rId18"/>
    <p:sldId id="369" r:id="rId19"/>
    <p:sldId id="370" r:id="rId20"/>
    <p:sldId id="365" r:id="rId15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70" Type="http://schemas.openxmlformats.org/officeDocument/2006/relationships/slide" Target="slides/slide5.xml"/><Relationship Id="rId115" Type="http://schemas.openxmlformats.org/officeDocument/2006/relationships/slide" Target="slides/slide9.xml"/><Relationship Id="rId1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开场30秒：《ResNet迁移学习（下）：优化与评价》，80分钟=2课时×40分钟。课前已发工单+微课知识卡。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情境说书30秒：质检科只标了200张图，训练从零开始根本不够。林工：'站在巨人的肩膀上——ResNet迁移学习，小样本也能成事。'工单M…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工单发布：'设备智能运维中心工单M3-1'——及格线准确率≥75%+对比表。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预习知识点：迁移学习概念；ResNet冻结/微调策略 | 课中检查知识点：完成冻结/微调取舍实验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ResNet迁移学习（下）：优化与评价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第15周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ResNet迁移学习（下）：优化与评价（实施要点）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实施任务：工单M3-1《ResNet迁移学习（下）：优化与评价》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准确率≥75%+对比表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实测最优准确率 1.0000 ｜ 规范率 97.39% ｜ 对照表实测行 4 条 ｜ 增强增益 冻结 -0.0050/微调 +0.4850 ｜ 决策记录 1 条 ｜ 曲线 1 张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准确率门槛≥0.7（实测 1.0000）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准确率≥0.75 且对照行≥2（实测 1.0000 / 4 行）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准确率≥0.8 或增强有效（增益见上行）且决策记录≥1（实测 1）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准确率≥0.85 且有训练曲线（实测 1.0000 / 1 张）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400" b="1">
                <a:solidFill>
                  <a:srgbClr val="0545E8"/>
                </a:solidFill>
              </a:rPr>
              <a:t>- 决策结论与理由的口头陈述（工单：答辩必答）</a:t>
            </a:r>
          </a:p>
          <a:p>
            <a:r>
              <a:rPr sz="1400" b="1">
                <a:solidFill>
                  <a:srgbClr val="0545E8"/>
                </a:solidFill>
              </a:rPr>
              <a:t>- 企业元验收栏签认（功能可用/参数留痕/数据可信，值班师傅签字）</a:t>
            </a:r>
          </a:p>
          <a:p>
            <a:r>
              <a:rPr sz="1400" b="1">
                <a:solidFill>
                  <a:srgbClr val="0545E8"/>
                </a:solidFill>
              </a:rPr>
              <a:t>- 底座口径是否可接受（真ResNet=本地缓存离线载入 / 兜底=本地CNN，实测证据见报告底座口径段）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能部署CPU预训练YOLO推理——应用：见工单s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实测最优准确率 1.0000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规范率 97.39%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对照表实测行 4 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增强增益 冻结 -0.0050/微调 +0.4850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准确率门槛≥0.7（实测 1.0000）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准确率≥0.75 且对照行≥2（实测 1.0000 / 4 行）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 或增强有效（增益见上行）且决策记录≥1（实测 1）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 且有训练曲线（实测 1.0000 / 1 张）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条（代码不代判，答辩现场确认）：决策结论与理由的口头陈述（工单：答辩必答）；企业元验收栏签认（功能可用/参数留痕/数据可信，值班师傅签字）；底座口径是否可接受（真ResNet=本地缓存离线载入 / 兜底=本地CNN，实测证据见报告底座口径段）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项目：05-AI应用基础48课时版/工程化项目/m31_transfer/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工具/ppt97/evidence/m31_transfer/（capture97.py 真跑捕获，未改写数字）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training_curves.png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output/training_curves.png ｜ 48 KB ｜ run.py 本次落盘</a:t>
            </a:r>
          </a:p>
        </p:txBody>
      </p:sp>
      <p:pic>
        <p:nvPicPr>
          <p:cNvPr id="17" name="Picture 16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672" y="1993392"/>
            <a:ext cx="6343904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W10-第14次课-ResNet迁移学习（下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