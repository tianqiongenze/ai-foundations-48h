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1"/>
    <p:sldId id="274" r:id="rId26"/>
    <p:sldId id="280" r:id="rId32"/>
    <p:sldId id="307" r:id="rId59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  <p:sldId id="372" r:id="rId22"/>
    <p:sldId id="373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12.xml"/><Relationship Id="rId116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实测最优准确率 1.0000 ｜ 规范率 97.39% ｜ 对照表实测行 4 条 ｜ 增强增益 冻结 -0.0050/微调 +0.4850 ｜ 决策记录 1 条 ｜ 曲线 1 张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准确率门槛≥0.7（实测 1.0000）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准确率≥0.75 且对照行≥2（实测 1.0000 / 4 行）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准确率≥0.8 或增强有效（增益见上行）且决策记录≥1（实测 1）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准确率≥0.85 且有训练曲线（实测 1.0000 / 1 张）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决策结论与理由的口头陈述（工单：答辩必答）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底座口径是否可接受（真ResNet=本地缓存离线载入 / 兜底=本地CNN，实测证据见报告底座口径段）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实测最优准确率 1.0000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规范率 97.39%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对照表实测行 4 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增强增益 冻结 -0.0050/微调 +0.4850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准确率门槛≥0.7（实测 1.0000）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且对照行≥2（实测 1.0000 / 4 行）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 或增强有效（增益见上行）且决策记录≥1（实测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且有训练曲线（实测 1.0000 / 1 张）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条（代码不代判，答辩现场确认）：决策结论与理由的口头陈述（工单：答辩必答）；企业元验收栏签认（功能可用/参数留痕/数据可信，值班师傅签字）；底座口径是否可接受（真ResNet=本地缓存离线载入 / 兜底=本地CNN，实测证据见报告底座口径段）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项目：05-AI应用基础48课时版/工程化项目/m31_transfer/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工具/ppt97/evidence/m31_transfer/（capture97.py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training_curves.png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output/training_curves.png ｜ 48 KB ｜ run.py 本次落盘</a:t>
            </a:r>
          </a:p>
        </p:txBody>
      </p:sp>
      <p:pic>
        <p:nvPicPr>
          <p:cNvPr id="17" name="Picture 1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672" y="1993392"/>
            <a:ext cx="6343904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W10-第14次课-ResNet迁移学习（下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