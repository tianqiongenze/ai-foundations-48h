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80" r:id="rId32"/>
    <p:sldId id="307" r:id="rId59"/>
    <p:sldId id="318" r:id="rId70"/>
    <p:sldId id="366" r:id="rId16"/>
    <p:sldId id="367" r:id="rId17"/>
    <p:sldId id="365" r:id="rId15"/>
    <p:sldId id="363" r:id="rId115"/>
    <p:sldId id="364" r:id="rId1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26" Type="http://schemas.openxmlformats.org/officeDocument/2006/relationships/slide" Target="slides/slide2.xml"/><Relationship Id="rId32" Type="http://schemas.openxmlformats.org/officeDocument/2006/relationships/slide" Target="slides/slide3.xml"/><Relationship Id="rId59" Type="http://schemas.openxmlformats.org/officeDocument/2006/relationships/slide" Target="slides/slide4.xml"/><Relationship Id="rId70" Type="http://schemas.openxmlformats.org/officeDocument/2006/relationships/slide" Target="slides/slide5.xml"/><Relationship Id="rId115" Type="http://schemas.openxmlformats.org/officeDocument/2006/relationships/slide" Target="slides/slide9.xml"/><Relationship Id="rId1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开场30秒：《ResNet迁移学习（下）：优化与评价》，80分钟=2课时×40分钟。课前已发工单+微课知识卡。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情境说书30秒：质检科只标了200张图，训练从零开始根本不够。林工：'站在巨人的肩膀上——ResNet迁移学习，小样本也能成事。'工单M…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工单发布：'设备智能运维中心工单M3-1'——及格线准确率≥75%+对比表。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项目5 大模型·视觉应用 | 预习知识点：迁移学习概念；ResNet冻结/微调策略 | 课中检查知识点：完成冻结/微调取舍实验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ResNet迁移学习（下）：优化与评价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第15周 · 第14次课（2课时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课中查①：'内存爆'这个报错怎么排查？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课中查②：优秀线准确率≥85%你打算怎么冲？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质检科只标了200张图，训练从零开始根本不够。林工：'站在巨人的肩膀上——ResNet迁移学习，小样本也能成事。'工单M3-1：冻结层与微调的取舍实验。</a:t>
            </a:r>
          </a:p>
        </p:txBody>
      </p:sp>
      <p:pic>
        <p:nvPicPr>
          <p:cNvPr id="9" name="Picture 8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ResNet迁移学习（下）：优化与评价（实施要点）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实施任务：工单M3-1《ResNet迁移学习（下）：优化与评价》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准确率≥75%+对比表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准确率≥85%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M3-1 ResNet迁移学习（概念版）·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世界: 海量无标注 2000 条 / 少量标注 16 条 / 测试 200 条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预训练特征提取器: PCA(8维) 在海量数据上一次性学成并**冻结**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冻结特征累计解释方差 = 0.330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对照（16条样本直连 192 维训头）: 测试准确率 = 0.915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迁移（冻结8维特征 + 只训分类头）: 测试准确率 = 0.960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增益 = +0.045 → 迁移显著胜出，预训练特征是维度灾难的解药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真实规律仅藏在少数测点维（其余为环境噪声维）；冻结+小样本头 是 ResNet 微调思想的最小可运行模型。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工程化项目/m31_transfer/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src/transfer_learning/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M3-1 ResNet迁移学习（概念版）·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世界: 海量无标注 2000 条 / 少量标注 16 条 / 测试 200 条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预训练特征提取器: PCA(8维) 在海量数据上一次性学成并**冻结**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冻结特征累计解释方差 = 0.330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对照（16条样本直连 192 维训头）: 测试准确率 = 0.915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迁移（冻结8维特征 + 只训分类头）: 测试准确率 = 0.960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增益 = +0.045 → 迁移显著胜出，预训练特征是维度灾难的解药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真实规律仅藏在少数测点维（其余为环境噪声维）；冻结+小样本头 是 ResNet 微调思想的最小可运行模型。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下次课预告（第16周）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能部署CPU预训练YOLO推理——应用：见工单s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课中查①：'内存爆'这个报错怎么排查？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W10-第14次课-ResNet迁移学习（下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