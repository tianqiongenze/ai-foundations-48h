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5" r:id="rId57"/>
    <p:sldId id="316" r:id="rId68"/>
    <p:sldId id="364" r:id="rId16"/>
    <p:sldId id="365" r:id="rId17"/>
    <p:sldId id="366" r:id="rId18"/>
    <p:sldId id="367" r:id="rId19"/>
    <p:sldId id="363" r:id="rId15"/>
    <p:sldId id="361" r:id="rId113"/>
    <p:sldId id="362" r:id="rId1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7" Type="http://schemas.openxmlformats.org/officeDocument/2006/relationships/slide" Target="slides/slide4.xml"/><Relationship Id="rId68" Type="http://schemas.openxmlformats.org/officeDocument/2006/relationships/slide" Target="slides/slide5.xml"/><Relationship Id="rId113" Type="http://schemas.openxmlformats.org/officeDocument/2006/relationships/slide" Target="slides/slide9.xml"/><Relationship Id="rId114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开场30秒：《XGBoost参数调优（下）：优化与评价》，80分钟=2课时×40分钟。课前已发工单+微课知识卡。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情境说书30秒：林工下了军令状：'F1再提3个点，调参不许超过两小时。'网格搜索、早停、特征筛选全用上——工单M2-2：XGBoost调…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工单发布：'设备智能运维中心工单M2-2'——及格线F1≥0.72（2h内）。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预习知识点：集成学习(Bagging/Boosting)；XGBoost；网格搜索与早停 | 课中检查知识点：限时完成调优并记录工时账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XGBoost参数调优（下）：优化与评价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第12周 · 第8次课（2课时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课中查①：'fit报JSON错'这个报错怎么排查？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课中查②：优秀线F1≥0.88你打算怎么冲？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林工下了军令状：'F1再提3个点，调参不许超过两小时。'网格搜索、早停、特征筛选全用上——工单M2-2：XGBoost调优，在收益与工时之间做工程权衡。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XGBoost参数调优（下）：优化与评价（实施要点）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实施任务：工单M2-2《XGBoost参数调优（下）：优化与评价》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F1≥0.72（2h内）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同种子重跑两次逐位一致｜grid F1 实测 0.8315｜perf_counter 墙钟 11.678s（限时 7200s）｜曲线 4 档拐点 n=160（增益阈值 0.01）｜决策记录完整（result.json 回读校验）｜xgboost MISS → 兜底引擎=sklearn.GradientBoostingClassifier，口径已记录｜实测规范率 96.53%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基线可复现；代码规范率≥70%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F1≥0.72限时内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曲线完整拐点论证；决策记录完整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F1≥0.88或快速方案论证</a:t>
            </a:r>
          </a:p>
          <a:p>
            <a:r>
              <a:rPr sz="1400" b="1">
                <a:solidFill>
                  <a:srgbClr val="0545E8"/>
                </a:solidFill>
              </a:rPr>
              <a:t>优秀(B)「拐点论证」口头部分：为什么在拐点收手——答辩必答</a:t>
            </a:r>
          </a:p>
          <a:p>
            <a:r>
              <a:rPr sz="1400" b="1">
                <a:solidFill>
                  <a:srgbClr val="0545E8"/>
                </a:solidFill>
              </a:rPr>
              <a:t>优(A)「快速方案论证」答辩：随机预算近似穷举的工时账解释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工程化项目/m22_tuning_cost/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src/tuning_cost/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M2-2 参数调优与工时账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模型: RandomForest(回退)   搜索空间: max_depth[3, 4, 5] × n_estimators[…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GridSearch(穷举)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{'max_depth': 3, 'n_estimators': 50}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best_cv=0.884   测试 macro-F1=0.725   耗时 1.35s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RandomSearch(预算)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{'n_estimators': 100, 'max_depth': 3}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best_cv=0.878   测试 macro-F1=0.725   耗时 0.80s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小搜索空间穷举可穷尽更稳；大空间随机预算以极小精度代价换大幅工时 → 工时账写进工单。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能搭建并训练MLP分类器——应用：见工单star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课中查①：'fit报JSON错'这个报错怎么排查？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同种子重跑两次逐位一致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grid F1 实测 0.8315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perf_counter 墙钟 11.678s（限时 7200s）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曲线 4 档拐点 n=160（增益阈值 0.01）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F1≥0.72限时内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曲线完整拐点论证；决策记录完整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F1≥0.88或快速方案论证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项目：05-AI应用基础48课时版/工程化项目/m22_tuning_cost/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工具/ppt97/evidence/m22_tuning_cost/（capture97.py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W07-第8次课-XGBoost参数调优（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