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6.xml"/><Relationship Id="rId113" Type="http://schemas.openxmlformats.org/officeDocument/2006/relationships/slide" Target="slides/slide12.xml"/><Relationship Id="rId11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课中查②：优秀线F1≥0.88你打算怎么冲？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误区：集成万能——数据烂特征差集成也救不了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误区：树越多越好——早停和CV才是裁判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组合爆炸警告——先粗格后细格两轮收敛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fit报JSON错 →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搜索跑不完 →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验证好测试差 → 留独立测试集终评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技能点我能独立做出来吗——能跑通XGBoost基线与网格搜索；能在2小时内完成限时调优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集成两流派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单模型到瓶颈后的下一步——XGB属串行纠错 XGBClassifier(n_estimators=100)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XGB核心超参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准确率与训练时间平衡的三个旋钮 n_estimators=200, max_depth=4, lr=0.1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网格搜索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答辩被问'参数怎么来的'——网格表即证据 GridSearchCV(model, param_grid, cv=5).fit(X,y)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fit报JSON错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原因：新版需eval_metric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解决：构造时传入eval_metric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搜索跑不完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原因：网格乘cv过大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解决：先粗后细两轮搜索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验证好测试差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原因：cv过拟合网格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解决：留独立测试集终评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W07-第8次课-XGBoost参数调优（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