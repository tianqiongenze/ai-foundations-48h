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20"/>
    <p:sldId id="274" r:id="rId26"/>
    <p:sldId id="280" r:id="rId32"/>
    <p:sldId id="308" r:id="rId60"/>
    <p:sldId id="374" r:id="rId23"/>
    <p:sldId id="375" r:id="rId24"/>
    <p:sldId id="376" r:id="rId25"/>
    <p:sldId id="377" r:id="rId14"/>
    <p:sldId id="378" r:id="rId27"/>
    <p:sldId id="319" r:id="rId71"/>
    <p:sldId id="367" r:id="rId16"/>
    <p:sldId id="368" r:id="rId17"/>
    <p:sldId id="369" r:id="rId18"/>
    <p:sldId id="370" r:id="rId19"/>
    <p:sldId id="366" r:id="rId15"/>
    <p:sldId id="364" r:id="rId116"/>
    <p:sldId id="365" r:id="rId117"/>
    <p:sldId id="372" r:id="rId21"/>
    <p:sldId id="373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9.xml"/><Relationship Id="rId15" Type="http://schemas.openxmlformats.org/officeDocument/2006/relationships/slide" Target="slides/slide16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2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3.xml"/><Relationship Id="rId27" Type="http://schemas.openxmlformats.org/officeDocument/2006/relationships/slide" Target="slides/slide10.xml"/><Relationship Id="rId32" Type="http://schemas.openxmlformats.org/officeDocument/2006/relationships/slide" Target="slides/slide4.xml"/><Relationship Id="rId60" Type="http://schemas.openxmlformats.org/officeDocument/2006/relationships/slide" Target="slides/slide5.xml"/><Relationship Id="rId71" Type="http://schemas.openxmlformats.org/officeDocument/2006/relationships/slide" Target="slides/slide11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第19周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W19课中查①：'env注册不到'这个报错怎么排查？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W19课中查②：优秀线正确率≥90%或自适应策略你打算怎么冲？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强化学习三要素｜状态/动作/奖励——智能体在试错中学会策略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奖励函数｜奖励什么就得到什么——奖励函数是管理哲学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多智能体分工｜感知/调度/执行三类agent各司其职——像班组分工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奖励漏洞｜智能体学会空转刷分——设计即治理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课程表映射｜状态=排队工单、动作=派人、奖励=停机时间降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仿真先行｜gym环境里犯错零成本——虚拟车间当靶场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误区：RL万能——奖励难设计时规则引擎更稳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只奖产量会忘了质量——多目标加权平衡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误区：一个agent包打天下——分工是可维护性前提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env注册不到 → pip install工具包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训练不收敛 → 归一化到-1到1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高分业务差 → 回到老周规则重设计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及格线我能过吗——正确率≥75%+说明书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优秀线我够吗——正确率≥90%或自适应策略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技能点我能独立做出来吗——能跑通仿真环境随机基线；能设计奖励函数并说明规则来源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素材来源：同周《第21次课-多智能体检修调度（上）：》知识卡与避坑清单（逐字摘录）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强化学习三要素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误区：RL万能——奖励难设计时规则引擎更稳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状态/动作/奖励——智能体在试错中学会策略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排产调度这类'规则写不全'的决策问题 state=队列, action=派人, reward=-停机时间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奖励函数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只奖产量会忘了质量——多目标加权平衡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奖励什么就得到什么——奖励函数是管理哲学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设计调度目标的唯一表达——写错全盘皆输 reward = -1*停机时长 - 0.1*换型次数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多智能体分工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误区：一个agent包打天下——分工是可维护性前提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感知/调度/执行三类agent各司其职——像班组分工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车间级智能体系统——职责分离才可调试 感知agent读传感→调度agent决策→执行agent下单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env注册不到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原因：未装课程工具包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解决：pip install工具包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训练不收敛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原因：奖励尺度失衡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解决：归一化到-1到1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高分业务差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原因：奖励与目标错位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解决：回到老周规则重设计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素材来源：同周《第21次课-多智能体检修调度（上）：》知识卡与避坑清单（逐字摘录）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强化学习三要素｜状态/动作/奖励——智能体在试错中学会策略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奖励函数｜奖励什么就得到什么——奖励函数是管理哲学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多智能体分工｜感知/调度/执行三类agent各司其职——像班组分工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奖励漏洞｜智能体学会空转刷分——设计即治理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课程表映射｜状态=排队工单、动作=派人、奖励=停机时间降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仿真先行｜gym环境里犯错零成本——虚拟车间当靶场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及格(D)：正确率≥75%+说明书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优秀(B+)：正确率≥90%或自适应策略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pip install工具包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归一化到-1到1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回到老周规则重设计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素材来源：同周《第21次课-多智能体检修调度（上）：》知识卡与避坑清单（逐字摘录）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主题：能组织12周资产成完整故事——应用：见工单sta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预习快问：W19课前测①：本课工单M5-1的及格线是什么？（答：正确率≥75%+说明书）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150" b="1">
                <a:solidFill>
                  <a:srgbClr val="0545E8"/>
                </a:solidFill>
              </a:rPr>
              <a:t>实测达成档位: 优(A) ｜ 同种子二次运行逐键相等=是 ｜ 手写基线最高正确率 100.0% ｜ 说明书实测 620 字 ｜ 漏洞修复成对证据：修复前假派检 162 次且修复后总奖励 Δ-1134.0（套利被剥掉）｜ 未见种子泛化实测正确率 100.0%（10 集）｜ 决策记录完整=是 ｜ 代码规范率实测 95.3%</a:t>
            </a:r>
          </a:p>
          <a:p>
            <a:r>
              <a:rPr sz="1150" b="1">
                <a:solidFill>
                  <a:srgbClr val="0545E8"/>
                </a:solidFill>
              </a:rPr>
              <a:t>及格(D)    规范率门槛≥70% [达标] ｜ 功能OK ｜ 基线数据可复现；代码规范率≥70%</a:t>
            </a:r>
          </a:p>
          <a:p>
            <a:r>
              <a:rPr sz="1150" b="1">
                <a:solidFill>
                  <a:srgbClr val="0545E8"/>
                </a:solidFill>
              </a:rPr>
              <a:t>良好(C)    功能OK ｜ 正确率≥75%加说明书</a:t>
            </a:r>
          </a:p>
          <a:p>
            <a:r>
              <a:rPr sz="1150" b="1">
                <a:solidFill>
                  <a:srgbClr val="0545E8"/>
                </a:solidFill>
              </a:rPr>
              <a:t>优秀(B)    功能OK ｜ 修复1个漏洞有证据；决策记录完整</a:t>
            </a:r>
          </a:p>
          <a:p>
            <a:r>
              <a:rPr sz="1150" b="1">
                <a:solidFill>
                  <a:srgbClr val="0545E8"/>
                </a:solidFill>
              </a:rPr>
              <a:t>优(A)     功能OK ｜ 正确率≥90%或泛化实验</a:t>
            </a:r>
          </a:p>
          <a:p>
            <a:r>
              <a:rPr sz="1150" b="1">
                <a:solidFill>
                  <a:srgbClr val="0545E8"/>
                </a:solidFill>
              </a:rPr>
              <a:t>人工答辩项 1 条，教师答辩时确认：企业元验收栏：功能可用□ 参数留痕□ 数据可信□（师傅签字）</a:t>
            </a:r>
          </a:p>
          <a:p>
            <a:r>
              <a:rPr sz="1150" b="1">
                <a:solidFill>
                  <a:srgbClr val="0545E8"/>
                </a:solidFill>
              </a:rPr>
              <a:t>正确解法是约束优化：把正确率≥75% 设为硬约束，在此约束下再优化奖励</a:t>
            </a:r>
          </a:p>
          <a:p>
            <a:r>
              <a:rPr sz="1150" b="1">
                <a:solidFill>
                  <a:srgbClr val="0545E8"/>
                </a:solidFill>
              </a:rPr>
              <a:t>bandit 实测补全'学习型'一环：同一堵漏后的奖励下，不写规则也能学到高正确率策略——奖励设计即治理（工单B02），规则与学习互为对照组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工程化项目/m51_multiagent/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src/multiagent_sched/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m51_multiagent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同种子二次运行逐键相等=是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手写基线最高正确率 100.0%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说明书实测 620 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漏洞修复成对证据：修复前假派检 162 次且修复后总奖励 Δ-1134.0（套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未见种子泛化实测正确率 100.0%（10 集）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基线数据可复现；代码规范率≥70%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正确率≥75%加说明书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修复1个漏洞有证据；决策记录完整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正确率≥90%或泛化实验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7 项，本页只列前 5 项，其余见下页 report.txt 截图。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m51_multiagent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项目：05-AI应用基础48课时版/工程化项目/m51_multiagent/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10:49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工具/ppt97/evidence/m51_multiagent/（capture97.py 真跑捕获，未改写数字）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W19课中查①：'env注册不到'这个报错怎么排查？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W14-第22次课-多智能体检修调度（下）：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