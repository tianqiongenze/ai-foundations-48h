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74" r:id="rId23"/>
    <p:sldId id="375" r:id="rId24"/>
    <p:sldId id="376" r:id="rId25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0" Type="http://schemas.openxmlformats.org/officeDocument/2006/relationships/slide" Target="slides/slide5.xml"/><Relationship Id="rId71" Type="http://schemas.openxmlformats.org/officeDocument/2006/relationships/slide" Target="slides/slide9.xml"/><Relationship Id="rId116" Type="http://schemas.openxmlformats.org/officeDocument/2006/relationships/slide" Target="slides/slide15.xml"/><Relationship Id="rId117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W19课中查②：优秀线正确率≥90%或自适应策略你打算怎么冲？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强化学习三要素｜状态/动作/奖励——智能体在试错中学会策略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奖励函数｜奖励什么就得到什么——奖励函数是管理哲学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多智能体分工｜感知/调度/执行三类agent各司其职——像班组分工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奖励漏洞｜智能体学会空转刷分——设计即治理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课程表映射｜状态=排队工单、动作=派人、奖励=停机时间降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仿真先行｜gym环境里犯错零成本——虚拟车间当靶场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误区：RL万能——奖励难设计时规则引擎更稳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只奖产量会忘了质量——多目标加权平衡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误区：一个agent包打天下——分工是可维护性前提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env注册不到 → pip install工具包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训练不收敛 → 归一化到-1到1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高分业务差 → 回到老周规则重设计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及格线我能过吗——正确率≥75%+说明书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优秀线我够吗——正确率≥90%或自适应策略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技能点我能独立做出来吗——能跑通仿真环境随机基线；能设计奖励函数并说明规则来源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素材来源：同周《第21次课-多智能体检修调度（上）：》知识卡与避坑清单（逐字摘录）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强化学习三要素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排产调度这类'规则写不全'的决策问题 state=队列, action=派人, reward=-停机时间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奖励函数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设计调度目标的唯一表达——写错全盘皆输 reward = -1*停机时长 - 0.1*换型次数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多智能体分工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车间级智能体系统——职责分离才可调试 感知agent读传感→调度agent决策→执行agent下单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env注册不到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原因：未装课程工具包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解决：pip install工具包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训练不收敛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原因：奖励尺度失衡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解决：归一化到-1到1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高分业务差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原因：奖励与目标错位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解决：回到老周规则重设计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素材来源：同周《第21次课-多智能体检修调度（上）：》知识卡与避坑清单（逐字摘录）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15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W14-第22次课-多智能体检修调度（下）：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