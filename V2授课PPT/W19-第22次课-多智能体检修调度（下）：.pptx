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8" r:id="rId60"/>
    <p:sldId id="319" r:id="rId71"/>
    <p:sldId id="367" r:id="rId16"/>
    <p:sldId id="368" r:id="rId17"/>
    <p:sldId id="369" r:id="rId18"/>
    <p:sldId id="370" r:id="rId19"/>
    <p:sldId id="366" r:id="rId15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60" Type="http://schemas.openxmlformats.org/officeDocument/2006/relationships/slide" Target="slides/slide4.xml"/><Relationship Id="rId71" Type="http://schemas.openxmlformats.org/officeDocument/2006/relationships/slide" Target="slides/slide5.xml"/><Relationship Id="rId116" Type="http://schemas.openxmlformats.org/officeDocument/2006/relationships/slide" Target="slides/slide9.xml"/><Relationship Id="rId1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开场30秒：《多智能体检修调度（下）：优化与评价》，80分钟=2课时×40分钟。课前已发工单+微课知识卡。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情境说书30秒：三台泵站三个智能体，谁先检修、谁让路？gym-industrial仿真环境上线——工单M5-1：多智能体协调，奖励函数就…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工单发布：'设备智能运维中心工单M5-1'——及格线正确率≥75%+说明书。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预习知识点：智能体(Agent)概念；多智能体协调；强化学习直觉(MDP/奖励) | 课中检查知识点：设计奖励函数并跑仿真调度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多智能体检修调度（下）：优化与评价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第19周 · 第22次课（2课时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W19课中查①：'env注册不到'这个报错怎么排查？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W19课中查②：优秀线正确率≥90%或自适应策略你打算怎么冲？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三台泵站三个智能体，谁先检修、谁让路？gym-industrial仿真环境上线——工单M5-1：多智能体协调，奖励函数就是老周的管理哲学。</a:t>
            </a:r>
          </a:p>
        </p:txBody>
      </p:sp>
      <p:pic>
        <p:nvPicPr>
          <p:cNvPr id="9" name="Picture 8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多智能体检修调度（下）：优化与评价（实施要点）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实施任务：工单M5-1《多智能体检修调度（下）：优化与评价》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正确率≥75%+说明书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正确率≥90%或自适应策略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同种子二次运行逐键相等=是 ｜ 手写基线最高正确率 100.0% ｜ 说明书实测 620 字 ｜ 漏洞修复成对证据：修复前假派检 162 次且修复后总奖励 Δ-1134.0（套利被剥掉）｜ 未见种子泛化实测正确率 100.0%（10 集）｜ 决策记录完整=是 ｜ 代码规范率实测 95.3%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基线数据可复现；代码规范率≥70%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功能OK ｜ 正确率≥75%加说明书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功能OK ｜ 修复1个漏洞有证据；决策记录完整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功能OK ｜ 正确率≥90%或泛化实验</a:t>
            </a:r>
          </a:p>
          <a:p>
            <a:r>
              <a:rPr sz="140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400" b="1">
                <a:solidFill>
                  <a:srgbClr val="0545E8"/>
                </a:solidFill>
              </a:rPr>
              <a:t>正确解法是约束优化：把正确率≥75% 设为硬约束，在此约束下再优化奖励</a:t>
            </a:r>
          </a:p>
          <a:p>
            <a:r>
              <a:rPr sz="1400" b="1">
                <a:solidFill>
                  <a:srgbClr val="0545E8"/>
                </a:solidFill>
              </a:rPr>
              <a:t>bandit 实测补全'学习型'一环：同一堵漏后的奖励下，不写规则也能学到高正确率策略——奖励设计即治理（工单B02），规则与学习互为对照组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工程化项目/m51_multiagent/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src/multiagent_sched/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M5-1 多智能体检修调度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环境: 两江智造运维中心 3 台泵站 · 每步派 1 人检修或等待 · 停机计罚(-1/台) / 空转重罚(-5)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三策略对照（同一随机种子 42 · 200 步）: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策略                           总奖励       协调正确率      停机步数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解A 随机                     -404.0      20.9%       144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解B 奖励导向(含预检)               -91.0      19.6%        43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解C 安全优先(仅告警)              -788.0     100.0%        76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结论（本课最重要的工程判断）: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进阶(优秀): 在'安全优先'上叠加感知层——预测下一告警泵并提前派检，可同时抬高正确率与奖励。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能组织12周资产成完整故事——应用：见工单sta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W19课中查①：'env注册不到'这个报错怎么排查？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m51_multiagent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同种子二次运行逐键相等=是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手写基线最高正确率 100.0%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说明书实测 620 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漏洞修复成对证据：修复前假派检 162 次且修复后总奖励 Δ-1134.0（套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未见种子泛化实测正确率 100.0%（10 集）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基线数据可复现；代码规范率≥70%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正确率≥75%加说明书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修复1个漏洞有证据；决策记录完整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正确率≥90%或泛化实验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m51_multiagent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项目：05-AI应用基础48课时版/工程化项目/m51_multiagent/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工具/ppt97/evidence/m51_multiagent/（capture97.py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W14-第22次课-多智能体检修调度（下）：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