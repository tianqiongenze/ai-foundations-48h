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8" r:id="rId60"/>
    <p:sldId id="319" r:id="rId71"/>
    <p:sldId id="367" r:id="rId16"/>
    <p:sldId id="368" r:id="rId17"/>
    <p:sldId id="366" r:id="rId15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9.xml"/><Relationship Id="rId1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W19课中查②：优秀线正确率≥90%或自适应策略你打算怎么冲？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W14-第22次课-多智能体检修调度（下）：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