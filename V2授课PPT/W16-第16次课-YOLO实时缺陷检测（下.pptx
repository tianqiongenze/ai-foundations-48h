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1"/>
    <p:sldId id="274" r:id="rId26"/>
    <p:sldId id="280" r:id="rId32"/>
    <p:sldId id="307" r:id="rId59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  <p:sldId id="372" r:id="rId22"/>
    <p:sldId id="373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12.xml"/><Relationship Id="rId116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W16课中查②：优秀线mAP≥0.75你打算怎么冲？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ONNX 通道未运行时的兜底口径是否可接受（见报告 ONNX 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W11-第16次课-YOLO实时缺陷检测（下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