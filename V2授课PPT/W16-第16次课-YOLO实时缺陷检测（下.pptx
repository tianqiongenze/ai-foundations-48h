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7" r:id="rId59"/>
    <p:sldId id="318" r:id="rId70"/>
    <p:sldId id="366" r:id="rId16"/>
    <p:sldId id="367" r:id="rId17"/>
    <p:sldId id="368" r:id="rId18"/>
    <p:sldId id="369" r:id="rId19"/>
    <p:sldId id="370" r:id="rId20"/>
    <p:sldId id="365" r:id="rId15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9.xml"/><Relationship Id="rId1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W16课中查②：优秀线mAP≥0.75你打算怎么冲？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 AP@0.5 0.8272 ｜ 扫描表 3 行/30 格（应 30 格）｜ 推荐点实测 AP 0.8272 ｜ win16 实测加速 +33.5% ｜ 决策记录 1 条 ｜ 规范率 96.88%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 mAP 有数（实测 0.8272）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AP@0.5≥0.6 且表完整（实测 0.8272 / 3 行 30 格，应 30 格）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推荐点+理由挂在实测数字+决策记录≥1（实测推荐 AP 0.8272，理由含实测数字=True，决策记录 1 条）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AP@0.5≥0.75 或 加速≥50%（实测 0.8272 / +33.5%）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推荐理由的口头陈述与答辩问答（工单：方案对比周必答）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ONNX 通道未运行时的兜底口径是否可接受（见报告 ONNX 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W16课中查①：'FPS波动大'这个报错怎么排查？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 AP@0.5 0.8272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扫描表 3 行/30 格（应 30 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推荐点实测 AP 0.8272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win16 实测加速 +33.5%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 mAP 有数（实测 0.8272）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AP@0.5≥0.6 且表完整（实测 0.8272 / 3 行 30 格，应 30 格）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推荐点+理由挂在实测数字+决策记录≥1（实测推荐 AP 0.8272，理由含实测数字=True，决策记录 1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AP@0.5≥0.75 或 加速≥50%（实测 0.8272 / +33.5%）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条（代码不代判，答辩现场确认）：推荐理由的口头陈述与答辩问答（工单：方案对比周必答）；企业元验收栏签认（功能可用/参数留痕/数据可信，值班师傅签字）；ONNX 通道未运行时的兜底口径是否可接受（见报告 ONNX 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项目：05-AI应用基础48课时版/工程化项目/m32_yolo/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工具/ppt97/evidence/m32_yolo/（capture97.py 真跑捕获，未改写数字）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annotated_scene1.png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output/annotated_scene1.png ｜ 114 KB ｜ run.py 本次落盘</a:t>
            </a:r>
          </a:p>
        </p:txBody>
      </p:sp>
      <p:pic>
        <p:nvPicPr>
          <p:cNvPr id="17" name="Picture 16" descr="annotated_sce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annotated_scene2.png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output/annotated_scene2.png ｜ 115 KB ｜ run.py 本次落盘</a:t>
            </a:r>
          </a:p>
        </p:txBody>
      </p:sp>
      <p:pic>
        <p:nvPicPr>
          <p:cNvPr id="21" name="Picture 20" descr="annotated_scen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W11-第16次课-YOLO实时缺陷检测（下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