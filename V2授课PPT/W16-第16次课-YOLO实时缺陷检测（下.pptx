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80" r:id="rId32"/>
    <p:sldId id="307" r:id="rId59"/>
    <p:sldId id="318" r:id="rId70"/>
    <p:sldId id="366" r:id="rId16"/>
    <p:sldId id="367" r:id="rId17"/>
    <p:sldId id="365" r:id="rId15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59" Type="http://schemas.openxmlformats.org/officeDocument/2006/relationships/slide" Target="slides/slide4.xml"/><Relationship Id="rId70" Type="http://schemas.openxmlformats.org/officeDocument/2006/relationships/slide" Target="slides/slide5.xml"/><Relationship Id="rId115" Type="http://schemas.openxmlformats.org/officeDocument/2006/relationships/slide" Target="slides/slide9.xml"/><Relationship Id="rId1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开场30秒：《YOLO实时缺陷检测（下）：优化与评价》，80分钟=2课时×40分钟。课前已发工单+微课知识卡。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情境说书30秒：产线节拍又升了。老周批了CPU算力：'实时检测，速度与精度你自己权衡。'工单M3-2：YOLO缺陷检测，阈值、输入尺寸与…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工单发布：'设备智能运维中心工单M3-2'——及格线mAP≥0.60+FPS表完整。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项目5 大模型·视觉应用 | 预习知识点：YOLO检测原理(边界框/置信度)；mAP与FPS | 课中检查知识点：CPU实时检测mAP≥0.70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YOLO实时缺陷检测（下）：优化与评价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第16周 · 第16次课（2课时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W16课中查①：'FPS波动大'这个报错怎么排查？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W16课中查②：优秀线mAP≥0.75你打算怎么冲？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产线节拍又升了。老周批了CPU算力：'实时检测，速度与精度你自己权衡。'工单M3-2：YOLO缺陷检测，阈值、输入尺寸与FPS的三方博弈。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YOLO实时缺陷检测（下）：优化与评价（实施要点）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实施任务：工单M3-2《YOLO实时缺陷检测（下）：优化与评价》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mAP≥0.60+FPS表完整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mAP≥0.75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M3-2 YOLO实时缺陷检测（零依赖检测器）·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输入: 64×64 产线图 · 真值框(x,y,w,h) = (30, 40, 8, 8)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检测结果: 框=(32, 40, 8, 8)  缺陷分=0.658  IoU=0.60（目标≥0.5）  FPS≈5300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滑窗尺寸 × 性能取舍表（YOLO调参的本质：感受野 vs 速度 vs 定位精度）: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win   IoU     FPS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4   0.25    1295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16   0.00   16855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实测最优窗口 win=8（IoU=0.60）—— 窗口过小则单窗信噪比低易误检，过大则定位粗化，存在最优值；FPS 随窗口增大…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真机路径: ultralytics YOLOv8n 离线权重（data/weights/yolov8n.onnx）→ 同口径 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工程化项目/m32_yolo/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src/yolo_detect/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M3-2 YOLO实时缺陷检测（零依赖检测器）·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输入: 64×64 产线图 · 真值框(x,y,w,h) = (30, 40, 8, 8)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检测结果: 框=(32, 40, 8, 8)  缺陷分=0.658  IoU=0.60（目标≥0.5）  FPS≈5300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滑窗尺寸 × 性能取舍表（YOLO调参的本质：感受野 vs 速度 vs 定位精度）: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win   IoU     FPS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4   0.25    1295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16   0.00   16855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实测最优窗口 win=8（IoU=0.60）—— 窗口过小则单窗信噪比低易误检，过大则定位粗化，存在最优值；FPS 随窗口增大…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真机路径: ultralytics YOLOv8n 离线权重（data/weights/yolov8n.onnx）→ 同口径 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能调用本地LLM服务完成诊断问答——应用：见工单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W16课中查①：'FPS波动大'这个报错怎么排查？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W11-第16次课-YOLO实时缺陷检测（下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