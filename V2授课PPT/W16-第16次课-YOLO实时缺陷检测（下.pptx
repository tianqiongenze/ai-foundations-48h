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1"/>
    <p:sldId id="274" r:id="rId26"/>
    <p:sldId id="280" r:id="rId32"/>
    <p:sldId id="307" r:id="rId59"/>
    <p:sldId id="374" r:id="rId24"/>
    <p:sldId id="375" r:id="rId25"/>
    <p:sldId id="376" r:id="rId14"/>
    <p:sldId id="377" r:id="rId27"/>
    <p:sldId id="378" r:id="rId28"/>
    <p:sldId id="318" r:id="rId70"/>
    <p:sldId id="366" r:id="rId16"/>
    <p:sldId id="367" r:id="rId17"/>
    <p:sldId id="368" r:id="rId18"/>
    <p:sldId id="369" r:id="rId19"/>
    <p:sldId id="370" r:id="rId20"/>
    <p:sldId id="365" r:id="rId15"/>
    <p:sldId id="363" r:id="rId115"/>
    <p:sldId id="364" r:id="rId116"/>
    <p:sldId id="372" r:id="rId22"/>
    <p:sldId id="373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8.xml"/><Relationship Id="rId15" Type="http://schemas.openxmlformats.org/officeDocument/2006/relationships/slide" Target="slides/slide17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2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3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32" Type="http://schemas.openxmlformats.org/officeDocument/2006/relationships/slide" Target="slides/slide4.xml"/><Relationship Id="rId59" Type="http://schemas.openxmlformats.org/officeDocument/2006/relationships/slide" Target="slides/slide5.xml"/><Relationship Id="rId70" Type="http://schemas.openxmlformats.org/officeDocument/2006/relationships/slide" Target="slides/slide11.xml"/><Relationship Id="rId115" Type="http://schemas.openxmlformats.org/officeDocument/2006/relationships/slide" Target="slides/slide18.xml"/><Relationship Id="rId11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开场30秒：《YOLO实时缺陷检测（下）：优化与评价》，80分钟=2课时×40分钟。课前已发工单+微课知识卡。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情境说书30秒：产线节拍又升了。老周批了CPU算力：'实时检测，速度与精度你自己权衡。'工单M3-2：YOLO缺陷检测，阈值、输入尺寸与…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工单发布：'设备智能运维中心工单M3-2'——及格线mAP≥0.60+FPS表完整。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预习知识点：YOLO检测原理(边界框/置信度)；mAP与FPS | 课中检查知识点：CPU实时检测mAP≥0.70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YOLO实时缺陷检测（下）：优化与评价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第16周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W16课中查①：'FPS波动大'这个报错怎么排查？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W16课中查②：优秀线mAP≥0.75你打算怎么冲？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YOLO实时缺陷检测（下）：优化与评价（实施要点）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检测=分类+定位｜不只说'有缺陷'还要框出'在哪'——一次前向出全部框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置信度阈值｜低阈值召回高误检多、高阈值反之——业务定夺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输入尺寸权衡｜640到320速度翻倍精度让步——像素即算力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FPS测量口径｜纯推理vs含前后处理——口径不同数字差几倍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mAP指标｜多阈值下平均精度——统一测试集才有意义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工程权衡三问｜漏一个的代价？误一个的代价？节拍多少？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分类只能答有/无——要位置就得检测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阈值不是拍的——用PR曲线按业务代价选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小目标缩图会看不见——先看缺陷最小尺寸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FPS波动大 → 先跑3帧预热再计时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框全叠一起 → 按类做非极大值抑制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mAP对不上 → 统一测试集与IoU0.5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及格线我能过吗——mAP≥0.60+FPS表完整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优秀线我够吗——mAP≥0.75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技能点我能独立做出来吗——能部署CPU预训练YOLO推理；能调阈值与尺寸并记录mAP和FPS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素材来源：同周《第15次课-YOLO实时缺陷检测（上》知识卡与避坑清单（逐字摘录）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检测=分类+定位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分类只能答有/无——要位置就得检测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不只说'有缺陷'还要框出'在哪'——一次前向出全部框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质检要定位缺陷位置指导返修 yolo.predict(img) 返回boxes+scores+classes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置信度阈值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阈值不是拍的——用PR曲线按业务代价选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低阈值召回高误检多、高阈值反之——业务定夺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漏检代价高的场景阈值调低宁可多报 conf=0.25 起步，按混淆矩阵调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输入尺寸权衡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小目标缩图会看不见——先看缺陷最小尺寸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640到320速度翻倍精度让步——像素即算力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边缘盒子算力有限时的第一调节旋钮 imgsz=320 推理时间约减半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FPS波动大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原因：首帧含warmup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解决：先跑3帧预热再计时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框全叠一起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原因：未做NMS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解决：按类做非极大值抑制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mAP对不上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原因：测试集口径不同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解决：统一测试集与IoU0.5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素材来源：同周《第15次课-YOLO实时缺陷检测（上》知识卡与避坑清单（逐字摘录）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检测=分类+定位｜不只说'有缺陷'还要框出'在哪'——一次前向出全部框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置信度阈值｜低阈值召回高误检多、高阈值反之——业务定夺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输入尺寸权衡｜640到320速度翻倍精度让步——像素即算力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FPS测量口径｜纯推理vs含前后处理——口径不同数字差几倍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mAP指标｜多阈值下平均精度——统一测试集才有意义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工程权衡三问｜漏一个的代价？误一个的代价？节拍多少？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及格(D)：mAP≥0.60+FPS表完整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优秀(B+)：mAP≥0.75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先跑3帧预热再计时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按类做非极大值抑制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统一测试集与IoU0.5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素材来源：同周《第15次课-YOLO实时缺陷检测（上》知识卡与避坑清单（逐字摘录）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主题：能调用本地LLM服务完成诊断问答——应用：见工单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预习快问：W16课前测①：本课工单M3-2的及格线是什么？（答：mAP≥0.60+FPS表完整）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实施任务：工单M3-2《YOLO实时缺陷检测（下）：优化与评价》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mAP≥0.60+FPS表完整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实测 AP@0.5 0.8272 ｜ 扫描表 3 行/30 格（应 30 格）｜ 推荐点实测 AP 0.8272 ｜ win16 实测加速 +33.5% ｜ 决策记录 1 条 ｜ 规范率 96.88%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基线 mAP 有数（实测 0.8272）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AP@0.5≥0.6 且表完整（实测 0.8272 / 3 行 30 格，应 30 格）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推荐点+理由挂在实测数字+决策记录≥1（实测推荐 AP 0.8272，理由含实测数字=True，决策记录 1 条）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[达标] ｜ 功能OK ｜ AP@0.5≥0.75 或 加速≥50%（实测 0.8272 / +33.5%）</a:t>
            </a:r>
          </a:p>
          <a:p>
            <a:r>
              <a:rPr sz="115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150" b="1">
                <a:solidFill>
                  <a:srgbClr val="0545E8"/>
                </a:solidFill>
              </a:rPr>
              <a:t>- 推荐理由的口头陈述与答辩问答（工单：方案对比周必答）</a:t>
            </a:r>
          </a:p>
          <a:p>
            <a:r>
              <a:rPr sz="1150" b="1">
                <a:solidFill>
                  <a:srgbClr val="0545E8"/>
                </a:solidFill>
              </a:rPr>
              <a:t>……（后续 2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工程化项目/m32_yolo/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src/yolo_detect/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 AP@0.5 0.8272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扫描表 3 行/30 格（应 30 格）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推荐点实测 AP 0.8272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win16 实测加速 +33.5%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 mAP 有数（实测 0.8272）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AP@0.5≥0.6 且表完整（实测 0.8272 / 3 行 30 格，应 30 格）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推荐点+理由挂在实测数字+决策记录≥1（实测推荐 AP 0.8272，理由含实测数字=True，决策记录 1 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AP@0.5≥0.75 或 加速≥50%（实测 0.8272 / +33.5%）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条（代码不代判，答辩现场确认）：推荐理由的口头陈述与答辩问答（工单：方案对比周必答）；企业元验收栏签认（功能可用/参数留痕/数据可信，值班师傅签字）；ONNX 通道未运行时的兜底口径是否可接受（见报告 ONNX 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项目：05-AI应用基础48课时版/工程化项目/m32_yolo/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工具/ppt97/evidence/m32_yolo/（capture97.py 真跑捕获，未改写数字）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annotated_scene1.png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output/annotated_scene1.png ｜ 114 KB ｜ run.py 本次落盘</a:t>
            </a:r>
          </a:p>
        </p:txBody>
      </p:sp>
      <p:pic>
        <p:nvPicPr>
          <p:cNvPr id="17" name="Picture 16" descr="annotated_scen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993392"/>
            <a:ext cx="4078224" cy="407822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annotated_scene2.png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output/annotated_scene2.png ｜ 115 KB ｜ run.py 本次落盘</a:t>
            </a:r>
          </a:p>
        </p:txBody>
      </p:sp>
      <p:pic>
        <p:nvPicPr>
          <p:cNvPr id="21" name="Picture 20" descr="annotated_scen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1993392"/>
            <a:ext cx="4078224" cy="40782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能调用本地LLM服务完成诊断问答——应用：见工单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W16课中查①：'FPS波动大'这个报错怎么排查？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W11-第16次课-YOLO实时缺陷检测（下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