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3" r:id="rId45"/>
    <p:sldId id="295" r:id="rId47"/>
    <p:sldId id="298" r:id="rId50"/>
    <p:sldId id="300" r:id="rId52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7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详解B1·分类建模五步：先读定义→场景为什么用它→看代码实例→扩展给A层。C/D层掌握前三格，A层加扩展格。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详解B2·分层划分：先读定义→场景为什么用它→看代码实例→扩展给A层。C/D层掌握前三格，A层加扩展格。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详解B3·逻辑回归：先读定义→场景为什么用它→看代码实例→扩展给A层。C/D层掌握前三格，A层加扩展格。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详解B4·决策树：先读定义→场景为什么用它→看代码实例→扩展给A层。C/D层掌握前三格，A层加扩展格。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详解B5·混淆矩阵四格：先读定义→场景为什么用它→看代码实例→扩展给A层。C/D层掌握前三格，A层加扩展格。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详解B6·F1调和平均：先读定义→场景为什么用它→看代码实例→扩展给A层。C/D层掌握前三格，A层加扩展格。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传统分类：逻辑回归+决策树（上）：基础实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M2-1a《传统分类：逻辑回归+决策树（上）：基础实现》——本课工单即考核单元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课前测②：'分层train/test'用一句话说说你的理解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train/test划分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逻辑回归与决策树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混淆矩阵与F1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能造≥10个特征并用重要性证明价值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题目：课前测①：本课工单M2-1a的及格线是什么？（答：F1≥0.70且口径正确）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任务背景：泵站分类模型1.0上线。老周盯着混淆矩阵问：'漏报一个轴承磨损，停线损失多少？误报一次，又要白跑几趟？'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知识详解：分类建模五步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分类建模五步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划分-训练-预测-评估-选型记录——顺序即纪律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从原始数据到可交差模型的标准动作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X_train,X_test=train_test_split(X,y)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误区：跳过划分直接全量训练——评估自欺欺人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知识应用（1）：分类建模五步：划分-训练-预测-评估-选型记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分类建模五步：划分-训练-预测-评估-选型记录。在两江智造产线上的用法：见工单starter与教师参考实现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知识详解：分层划分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分层划分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stratify=y保持类别比例一致——故障样本少时保命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故障率5%的数据随机切可能切成0%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train_test_split(…, stratify=y, test_size=0.2)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样本几百以内必分层——否则测试集可能无故障样本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知识详解：逻辑回归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逻辑回归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线性打分过sigmoid出概率——透明可解释的基线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需要向质检解释'为什么判故障'的场景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model.predict_proba(X_test)[:,1] 出故障概率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概率≠结论——0.7的故障概率仍可能错，看阈值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知识详解：决策树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决策树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一连串if-else——画出来就是给车间的规则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要落地成巡检SOP的判定逻辑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plot_tree(model, feature_names=feats)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误区：树不剪枝——深度无限制必过拟合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知识详解：混淆矩阵四格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混淆矩阵四格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TP/FP/FN/TN——一切评估指标的原材料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漏报(FN)与误报(FP)代价不同的权衡起点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confusion_matrix(y_test, y_pred) 四格直读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FN=漏掉真故障最危险——工业场景先盯FN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知识详解：F1调和平均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F1调和平均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精确率与召回率的调和平均——两头都不能瘸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报警100条中几条真故障 vs 100台真故障抓到几台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f1_score(y_test, y_pred) 一个数说清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F1高不代表没漏——重大事故看召回单独报告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print(type(m).name,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术语①：分类建模五步——划分-训练-预测-评估-选型记录——应用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本课决策题：传统分类：逻辑回归+决策树：备选方案决策矩阵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D·学徒（≥60）：跑通LR基线——跟做保底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C·操作员（≥70）：双模型加F1——基础完成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B·组长（≥80）：代价敏感选型——标准达成+帮带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A·师傅（≥90）：类别不平衡攻防——进阶拓展+费曼讲解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学生代码框架/w3_xxx_starter.py——TODO注释即步骤提示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F1为0且accuracy高 · max_iter警告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知识：分类建模五步：划分-训练-预测-评估-选；train_test分层划分：类别比例保；逻辑回归：线性打分过sigmoid，输出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交付：工单M2-1a《传统分类：逻辑回归+决策树（上）：基础实现》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W06-第5次课-传统分类：逻辑回归+决策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