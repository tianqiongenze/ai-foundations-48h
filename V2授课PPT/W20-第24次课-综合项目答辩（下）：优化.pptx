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19"/>
    <p:sldId id="274" r:id="rId26"/>
    <p:sldId id="280" r:id="rId32"/>
    <p:sldId id="309" r:id="rId61"/>
    <p:sldId id="375" r:id="rId22"/>
    <p:sldId id="376" r:id="rId23"/>
    <p:sldId id="377" r:id="rId24"/>
    <p:sldId id="320" r:id="rId72"/>
    <p:sldId id="368" r:id="rId15"/>
    <p:sldId id="369" r:id="rId16"/>
    <p:sldId id="370" r:id="rId17"/>
    <p:sldId id="371" r:id="rId18"/>
    <p:sldId id="367" r:id="rId14"/>
    <p:sldId id="366" r:id="rId118"/>
    <p:sldId id="373" r:id="rId20"/>
    <p:sldId id="374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1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61" Type="http://schemas.openxmlformats.org/officeDocument/2006/relationships/slide" Target="slides/slide5.xml"/><Relationship Id="rId72" Type="http://schemas.openxmlformats.org/officeDocument/2006/relationships/slide" Target="slides/slide6.xml"/><Relationship Id="rId1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W20课中查①：'演示现场翻车'这个报错怎么排查？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W20课中查②：优秀线创新亮点+表达优秀你打算怎么冲？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实测达成档位（仅机器可判部分，未经答辩确认不得据此宣称）: 优(A) ｜ 3 项须人工答辩现场确认（见下行清单）｜ 证据链实测 5/5 层就绪 ｜ 基本问题实测命中 3/3 ｜ 决策记录完整=是 ｜ 本地 HTTP 部署演示实测=跑通（端口/状态码/字节数见部署演示节） ｜ 代码规范率实测 97.5%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功能机器OK｜人工待确认（预答辩评委放行（企业导师+组内互评 2/3 票，人工答辩确认）） ｜ 预答辩评委放行；代码规范率≥70%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链路完整基本问题全答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功能机器OK｜人工待确认（评委评分≥85（答辩当天人工打分）） ｜ 评委评分≥85；决策记录完整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功能机器OK｜人工待确认（创新亮点（答辩评委判定）） ｜ 创新亮点加部署演示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条，教师答辩时确认：D 档：预答辩评委放行（企业导师+组内互评 2/3 票，人工答辩确认）；B 档：评委评分≥85（答辩当天人工打分）；A 档：创新亮点（答辩评委判定）</a:t>
            </a:r>
          </a:p>
          <a:p>
            <a:r>
              <a:rPr sz="1400" b="1">
                <a:solidFill>
                  <a:srgbClr val="0545E8"/>
                </a:solidFill>
              </a:rPr>
              <a:t>证据链 5/5；可上台</a:t>
            </a:r>
          </a:p>
          <a:p>
            <a:r>
              <a:rPr sz="1400" b="1">
                <a:solidFill>
                  <a:srgbClr val="0545E8"/>
                </a:solidFill>
              </a:rPr>
              <a:t>工单里评委放行/评分≥85/创新亮点属人工答辩项，报告如实标注，不冒充实测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3 项须人工答辩现场确认（见下行清单）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证据链实测 5/5 层就绪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基本问题实测命中 3/3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本地 HTTP 部署演示实测=跑通（端口/状态码/字节数见部署演示节）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预答辩评委放行；代码规范率≥70%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功能机器OK ｜ 人工待确认（预答辩评委放行（企业导师+组内互评 2/3 票，人工答辩确认））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链路完整基本问题全答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评委评分≥85；决策记录完整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人工待确认（评委评分≥85（答辩当天人工打分））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创新亮点加部署演示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人工待确认（创新亮点（答辩评委判定））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项目：05-AI应用基础48课时版/工程化项目/z_defense/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工具/ppt97/evidence/z_defense/（capture97.py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答辩四段论｜问题-方案-指标-价值——5分钟讲完的骨架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链路完整性｜数据-特征-模型-部署-智能体一图贯通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创新点提炼｜与照抄教程的三处不同即创新——差异点清单法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评委三问预演｜最难的坑？最大的取舍？下一步？——赛前必练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档案袋定稿｜代码-报告-曲线-工单十二周全归档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署名与致谢｜团队贡献表如实填报——分工可核查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误区：背景铺三页——评委三页后已没耐心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断链即失分——画完自查每段衔接有无缺环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创新点必须能演示——说不出来的不算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演示现场翻车 → 提前录屏备份加环境冻结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超时被打断 → 四段论加排练计时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被问倒 → 预演三问各写100字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及格线我能过吗——链路完整+能答基本问题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优秀线我够吗——创新亮点+表达优秀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技能点我能独立做出来吗——能组织12周资产成完整故事；能5分钟答辩加3分钟答问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素材来源：同周《第23次课-综合项目答辩（上）：基础》知识卡与避坑清单（逐字摘录）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答辩四段论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误区：背景铺三页——评委三页后已没耐心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问题-方案-指标-价值——5分钟讲完的骨架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评委平均每队5分钟——结构清晰是及格线 一页一段共四页，每页一个核心主张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链路完整性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断链即失分——画完自查每段衔接有无缺环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数据-特征-模型-部署-智能体一图贯通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十二周成果的收口——一张图讲全程 架构图从传感器画到排产智能体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创新点提炼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创新点必须能演示——说不出来的不算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与照抄教程的三处不同即创新——差异点清单法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评创新分的抓手——不吹噟能自证 '教程用均值填充，我们改时序插值，因为…'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演示现场翻车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原因：依赖未装路径错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解决：提前录屏备份加环境冻结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超时被打断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原因：细节讲太多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解决：四段论加排练计时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被问倒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原因：没准备取舍类问题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解决：预演三问各写100字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素材来源：同周《第23次课-综合项目答辩（上）：基础》知识卡与避坑清单（逐字摘录）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W15-第24次课-综合项目答辩（下）：优化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