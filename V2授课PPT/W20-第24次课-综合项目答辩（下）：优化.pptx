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9" r:id="rId61"/>
    <p:sldId id="320" r:id="rId72"/>
    <p:sldId id="368" r:id="rId15"/>
    <p:sldId id="369" r:id="rId16"/>
    <p:sldId id="367" r:id="rId14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8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1" Type="http://schemas.openxmlformats.org/officeDocument/2006/relationships/slide" Target="slides/slide4.xml"/><Relationship Id="rId72" Type="http://schemas.openxmlformats.org/officeDocument/2006/relationships/slide" Target="slides/slide5.xml"/><Relationship Id="rId1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W20课中查①：'演示现场翻车'这个报错怎么排查？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W20课中查②：优秀线创新亮点+表达优秀你打算怎么冲？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W15-第24次课-综合项目答辩（下）：优化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