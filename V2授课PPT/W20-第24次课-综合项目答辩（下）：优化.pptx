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2" r:id="rId19"/>
    <p:sldId id="274" r:id="rId26"/>
    <p:sldId id="280" r:id="rId32"/>
    <p:sldId id="309" r:id="rId61"/>
    <p:sldId id="320" r:id="rId72"/>
    <p:sldId id="368" r:id="rId15"/>
    <p:sldId id="369" r:id="rId16"/>
    <p:sldId id="370" r:id="rId17"/>
    <p:sldId id="371" r:id="rId18"/>
    <p:sldId id="367" r:id="rId14"/>
    <p:sldId id="366" r:id="rId118"/>
    <p:sldId id="373" r:id="rId20"/>
    <p:sldId id="374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4" Type="http://schemas.openxmlformats.org/officeDocument/2006/relationships/slide" Target="slides/slide10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6" Type="http://schemas.openxmlformats.org/officeDocument/2006/relationships/slide" Target="slides/slide2.xml"/><Relationship Id="rId32" Type="http://schemas.openxmlformats.org/officeDocument/2006/relationships/slide" Target="slides/slide3.xml"/><Relationship Id="rId61" Type="http://schemas.openxmlformats.org/officeDocument/2006/relationships/slide" Target="slides/slide4.xml"/><Relationship Id="rId72" Type="http://schemas.openxmlformats.org/officeDocument/2006/relationships/slide" Target="slides/slide5.xml"/><Relationship Id="rId1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开场30秒：《综合项目答辩（下）：优化与评价》，80分钟=2课时×40分钟。课前已发工单+微课知识卡。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情境说书30秒：答辩日。老周、林工、方总监坐镇：'把12周的模型串成一条线，讲给新员工听。'——综合项目答辩：从脏数据到智能体的完整故事…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工单发布：'设备智能运维中心工单Z'——及格线链路完整+能答基本问题。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项目8 大模型·综合应用 | 预习知识点：综合项目集成；端到端链路；答辩表达 | 课中检查知识点：从脏数据到智能体一图贯通并答辩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综合项目答辩（下）：优化与评价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第20周 · 第24次课（2课时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W20课中查①：'演示现场翻车'这个报错怎么排查？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W20课中查②：优秀线创新亮点+表达优秀你打算怎么冲？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pic>
        <p:nvPicPr>
          <p:cNvPr id="9" name="Picture 8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综合项目答辩（下）：优化与评价（实施要点）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实施任务：工单Z《综合项目答辩（下）：优化与评价》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链路完整+能答基本问题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创新亮点+表达优秀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400" b="1">
                <a:solidFill>
                  <a:srgbClr val="0545E8"/>
                </a:solidFill>
              </a:rPr>
              <a:t>实测达成档位（仅机器可判部分，未经答辩确认不得据此宣称）: 优(A) ｜ 3 项须人工答辩现场确认（见下行清单）｜ 证据链实测 5/5 层就绪 ｜ 基本问题实测命中 3/3 ｜ 决策记录完整=是 ｜ 本地 HTTP 部署演示实测=跑通（端口/状态码/字节数见部署演示节） ｜ 代码规范率实测 97.5%</a:t>
            </a:r>
          </a:p>
          <a:p>
            <a:r>
              <a:rPr sz="1400" b="1">
                <a:solidFill>
                  <a:srgbClr val="0545E8"/>
                </a:solidFill>
              </a:rPr>
              <a:t>及格(D)    规范率门槛≥70% [达标] ｜ 功能机器OK｜人工待确认（预答辩评委放行（企业导师+组内互评 2/3 票，人工答辩确认）） ｜ 预答辩评委放行；代码规范率≥70%</a:t>
            </a:r>
          </a:p>
          <a:p>
            <a:r>
              <a:rPr sz="1400" b="1">
                <a:solidFill>
                  <a:srgbClr val="0545E8"/>
                </a:solidFill>
              </a:rPr>
              <a:t>良好(C)    功能OK ｜ 链路完整基本问题全答</a:t>
            </a:r>
          </a:p>
          <a:p>
            <a:r>
              <a:rPr sz="1400" b="1">
                <a:solidFill>
                  <a:srgbClr val="0545E8"/>
                </a:solidFill>
              </a:rPr>
              <a:t>优秀(B)    功能机器OK｜人工待确认（评委评分≥85（答辩当天人工打分）） ｜ 评委评分≥85；决策记录完整</a:t>
            </a:r>
          </a:p>
          <a:p>
            <a:r>
              <a:rPr sz="1400" b="1">
                <a:solidFill>
                  <a:srgbClr val="0545E8"/>
                </a:solidFill>
              </a:rPr>
              <a:t>优(A)     功能机器OK｜人工待确认（创新亮点（答辩评委判定）） ｜ 创新亮点加部署演示</a:t>
            </a:r>
          </a:p>
          <a:p>
            <a:r>
              <a:rPr sz="1400" b="1">
                <a:solidFill>
                  <a:srgbClr val="0545E8"/>
                </a:solidFill>
              </a:rPr>
              <a:t>人工答辩项 3 条，教师答辩时确认：D 档：预答辩评委放行（企业导师+组内互评 2/3 票，人工答辩确认）；B 档：评委评分≥85（答辩当天人工打分）；A 档：创新亮点（答辩评委判定）</a:t>
            </a:r>
          </a:p>
          <a:p>
            <a:r>
              <a:rPr sz="1400" b="1">
                <a:solidFill>
                  <a:srgbClr val="0545E8"/>
                </a:solidFill>
              </a:rPr>
              <a:t>证据链 5/5；可上台</a:t>
            </a:r>
          </a:p>
          <a:p>
            <a:r>
              <a:rPr sz="1400" b="1">
                <a:solidFill>
                  <a:srgbClr val="0545E8"/>
                </a:solidFill>
              </a:rPr>
              <a:t>工单里评委放行/评分≥85/创新亮点属人工答辩项，报告如实标注，不冒充实测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工程化项目/z_defense/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src/defense_pack/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z_defense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3 项须人工答辩现场确认（见下行清单）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证据链实测 5/5 层就绪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基本问题实测命中 3/3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决策记录完整=是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本地 HTTP 部署演示实测=跑通（端口/状态码/字节数见部署演示节）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预答辩评委放行；代码规范率≥70%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功能机器OK ｜ 人工待确认（预答辩评委放行（企业导师+组内互评 2/3 票，人工答辩确认））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链路完整基本问题全答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评委评分≥85；决策记录完整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功能机器OK ｜ 人工待确认（评委评分≥85（答辩当天人工打分））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创新亮点加部署演示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功能机器OK ｜ 人工待确认（创新亮点（答辩评委判定））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3 条（代码不代判，答辩现场确认，逐条见下页 report.txt 截图）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z_defense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项目：05-AI应用基础48课时版/工程化项目/z_defense/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10:49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工具/ppt97/evidence/z_defense/（capture97.py 真跑捕获，未改写数字）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Z 综合项目答辩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答辩提纲（一图贯通 · 自动生成）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1. 数据层 [OK] —— 脏数据→可信数据集：清洗规则与质量分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2. 特征层 [OK] —— 特征字典：时域/频域双解与重要性证据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3. 模型层 [OK] —— 双模型对比与混淆矩阵里的漏报账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4. 服务层 [OK] —— 三版Prompt对比：LLM回答质量+50%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5. 智能体层 [OK] —— 调度策略：随机→安全优先，协调正确率+77%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证据链 5/5 层就绪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档案袋五层齐备即可上台——'作品集即简历'。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W15-第24次课-综合项目答辩（下）：优化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