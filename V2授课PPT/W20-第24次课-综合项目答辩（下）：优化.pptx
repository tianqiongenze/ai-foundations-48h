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2" r:id="rId19"/>
    <p:sldId id="274" r:id="rId26"/>
    <p:sldId id="280" r:id="rId32"/>
    <p:sldId id="309" r:id="rId61"/>
    <p:sldId id="375" r:id="rId22"/>
    <p:sldId id="376" r:id="rId23"/>
    <p:sldId id="377" r:id="rId24"/>
    <p:sldId id="378" r:id="rId25"/>
    <p:sldId id="379" r:id="rId13"/>
    <p:sldId id="320" r:id="rId72"/>
    <p:sldId id="368" r:id="rId15"/>
    <p:sldId id="369" r:id="rId16"/>
    <p:sldId id="370" r:id="rId17"/>
    <p:sldId id="371" r:id="rId18"/>
    <p:sldId id="367" r:id="rId14"/>
    <p:sldId id="366" r:id="rId118"/>
    <p:sldId id="373" r:id="rId20"/>
    <p:sldId id="374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3" Type="http://schemas.openxmlformats.org/officeDocument/2006/relationships/slide" Target="slides/slide10.xml"/><Relationship Id="rId14" Type="http://schemas.openxmlformats.org/officeDocument/2006/relationships/slide" Target="slides/slide16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2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3.xml"/><Relationship Id="rId32" Type="http://schemas.openxmlformats.org/officeDocument/2006/relationships/slide" Target="slides/slide4.xml"/><Relationship Id="rId61" Type="http://schemas.openxmlformats.org/officeDocument/2006/relationships/slide" Target="slides/slide5.xml"/><Relationship Id="rId72" Type="http://schemas.openxmlformats.org/officeDocument/2006/relationships/slide" Target="slides/slide11.xml"/><Relationship Id="rId118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开场30秒：《综合项目答辩（下）：优化与评价》，80分钟=2课时×40分钟。课前已发工单+微课知识卡。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情境说书30秒：答辩日。老周、林工、方总监坐镇：'把12周的模型串成一条线，讲给新员工听。'——综合项目答辩：从脏数据到智能体的完整故事…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工单发布：'设备智能运维中心工单Z'——及格线链路完整+能答基本问题。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项目8 大模型·综合应用 | 预习知识点：综合项目集成；端到端链路；答辩表达 | 课中检查知识点：从脏数据到智能体一图贯通并答辩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综合项目答辩（下）：优化与评价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第20周 · 第24次课（2课时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W20课中查①：'演示现场翻车'这个报错怎么排查？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W20课中查②：优秀线创新亮点+表达优秀你打算怎么冲？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答辩日。老周、林工、方总监坐镇：'把12周的模型串成一条线，讲给新员工听。'——综合项目答辩：从脏数据到智能体的完整故事，也是你的入职转正答辩。</a:t>
            </a:r>
          </a:p>
        </p:txBody>
      </p:sp>
      <p:pic>
        <p:nvPicPr>
          <p:cNvPr id="9" name="Picture 8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综合项目答辩（下）：优化与评价（实施要点）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答辩四段论｜问题-方案-指标-价值——5分钟讲完的骨架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链路完整性｜数据-特征-模型-部署-智能体一图贯通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创新点提炼｜与照抄教程的三处不同即创新——差异点清单法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评委三问预演｜最难的坑？最大的取舍？下一步？——赛前必练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档案袋定稿｜代码-报告-曲线-工单十二周全归档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署名与致谢｜团队贡献表如实填报——分工可核查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误区：背景铺三页——评委三页后已没耐心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断链即失分——画完自查每段衔接有无缺环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创新点必须能演示——说不出来的不算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演示现场翻车 → 提前录屏备份加环境冻结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超时被打断 → 四段论加排练计时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被问倒 → 预演三问各写100字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及格线我能过吗——链路完整+能答基本问题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优秀线我够吗——创新亮点+表达优秀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技能点我能独立做出来吗——能组织12周资产成完整故事；能5分钟答辩加3分钟答问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素材来源：同周《第23次课-综合项目答辩（上）：基础》知识卡与避坑清单（逐字摘录）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答辩四段论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误区：背景铺三页——评委三页后已没耐心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问题-方案-指标-价值——5分钟讲完的骨架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评委平均每队5分钟——结构清晰是及格线 一页一段共四页，每页一个核心主张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链路完整性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断链即失分——画完自查每段衔接有无缺环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数据-特征-模型-部署-智能体一图贯通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十二周成果的收口——一张图讲全程 架构图从传感器画到排产智能体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创新点提炼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创新点必须能演示——说不出来的不算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与照抄教程的三处不同即创新——差异点清单法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评创新分的抓手——不吹噟能自证 '教程用均值填充，我们改时序插值，因为…'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演示现场翻车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原因：依赖未装路径错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解决：提前录屏备份加环境冻结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超时被打断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原因：细节讲太多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解决：四段论加排练计时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被问倒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原因：没准备取舍类问题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解决：预演三问各写100字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素材来源：同周《第23次课-综合项目答辩（上）：基础》知识卡与避坑清单（逐字摘录）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本课知识速览卡 · 边做边对照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本讲是动手冲刺课：知识点在完整讲解课已细讲——这页把它们浓缩成一张速览卡，边做边对照。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63093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630936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6089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知识点速览（逐字摘自同周完整讲解课知识卡）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答辩四段论｜问题-方案-指标-价值——5分钟讲完的骨架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链路完整性｜数据-特征-模型-部署-智能体一图贯通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创新点提炼｜与照抄教程的三处不同即创新——差异点清单法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评委三问预演｜最难的坑？最大的取舍？下一步？——赛前必练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档案袋定稿｜代码-报告-曲线-工单十二周全归档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署名与致谢｜团队贡献表如实填报——分工可核查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03720" y="1783080"/>
            <a:ext cx="482803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03720" y="1783080"/>
            <a:ext cx="482803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13448" y="181965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本讲达标线（当堂评分同口径）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8312" y="2249424"/>
            <a:ext cx="4526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及格(D)：链路完整+能答基本问题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优秀(B+)：创新亮点+表达优秀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03720" y="3886200"/>
            <a:ext cx="4828032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03720" y="3886200"/>
            <a:ext cx="4828032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13448" y="392277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动手前三个提醒（踩坑点摘录）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4352544"/>
            <a:ext cx="4526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⚠ 提前录屏备份加环境冻结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四段论加排练计时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预演三问各写100字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素材来源：同周《第23次课-综合项目答辩（上）：基础》知识卡与避坑清单（逐字摘录）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 · 带着问题去下一讲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带着问题去下一讲——预习任务与自测问题逐字取自课程安排，课前完成。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920240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920240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08483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主题：见课程教学日历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26664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026664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19125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预习快问：见导学单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实施任务：工单Z《综合项目答辩（下）：优化与评价》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链路完整+能答基本问题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创新亮点+表达优秀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实测达成档位（仅机器可判部分，未经答辩确认不得据此宣称）: 优(A) ｜ 3 项须人工答辩现场确认（见下行清单）｜ 证据链实测 5/5 层就绪 ｜ 基本问题实测命中 3/3 ｜ 决策记录完整=是 ｜ 本地 HTTP 部署演示实测=跑通（端口/状态码/字节数见部署演示节） ｜ 代码规范率实测 97.5%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功能机器OK｜人工待确认（预答辩评委放行（企业导师+组内互评 2/3 票，人工答辩确认）） ｜ 预答辩评委放行；代码规范率≥70%</a:t>
            </a:r>
          </a:p>
          <a:p>
            <a:r>
              <a:rPr sz="1150" b="1">
                <a:solidFill>
                  <a:srgbClr val="0545E8"/>
                </a:solidFill>
              </a:rPr>
              <a:t>良好(C)    功能OK ｜ 链路完整基本问题全答</a:t>
            </a:r>
          </a:p>
          <a:p>
            <a:r>
              <a:rPr sz="1150" b="1">
                <a:solidFill>
                  <a:srgbClr val="0545E8"/>
                </a:solidFill>
              </a:rPr>
              <a:t>优秀(B)    功能机器OK｜人工待确认（评委评分≥85（答辩当天人工打分）） ｜ 评委评分≥85；决策记录完整</a:t>
            </a:r>
          </a:p>
          <a:p>
            <a:r>
              <a:rPr sz="1150" b="1">
                <a:solidFill>
                  <a:srgbClr val="0545E8"/>
                </a:solidFill>
              </a:rPr>
              <a:t>优(A)     功能机器OK｜人工待确认（创新亮点（答辩评委判定）） ｜ 创新亮点加部署演示</a:t>
            </a:r>
          </a:p>
          <a:p>
            <a:r>
              <a:rPr sz="1150" b="1">
                <a:solidFill>
                  <a:srgbClr val="0545E8"/>
                </a:solidFill>
              </a:rPr>
              <a:t>……（后续 3 行全文逐字见 工程化项目/output/report.txt）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工程化项目/z_defense/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src/defense_pack/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z_defense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3 项须人工答辩现场确认（见下行清单）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证据链实测 5/5 层就绪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基本问题实测命中 3/3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决策记录完整=是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本地 HTTP 部署演示实测=跑通（端口/状态码/字节数见部署演示节）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预答辩评委放行；代码规范率≥70%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功能机器OK ｜ 人工待确认（预答辩评委放行（企业导师+组内互评 2/3 票，人工答辩确认））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链路完整基本问题全答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评委评分≥85；决策记录完整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功能机器OK ｜ 人工待确认（评委评分≥85（答辩当天人工打分））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创新亮点加部署演示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功能机器OK ｜ 人工待确认（创新亮点（答辩评委判定））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z_defense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项目：05-AI应用基础48课时版/工程化项目/z_defense/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工具/ppt97/evidence/z_defense/（capture97.py 真跑捕获，未改写数字）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Z 综合项目答辩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答辩提纲（一图贯通 · 自动生成）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数据层 [OK] —— 脏数据→可信数据集：清洗规则与质量分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特征层 [OK] —— 特征字典：时域/频域双解与重要性证据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模型层 [OK] —— 双模型对比与混淆矩阵里的漏报账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服务层 [OK] —— 三版Prompt对比：LLM回答质量+50%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智能体层 [OK] —— 调度策略：随机→安全优先，协调正确率+77%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证据链 5/5 层就绪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档案袋五层齐备即可上台——'作品集即简历'。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W15-第24次课-综合项目答辩（下）：优化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