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5" r:id="rId57"/>
    <p:sldId id="316" r:id="rId68"/>
    <p:sldId id="364" r:id="rId16"/>
    <p:sldId id="365" r:id="rId17"/>
    <p:sldId id="366" r:id="rId18"/>
    <p:sldId id="367" r:id="rId19"/>
    <p:sldId id="368" r:id="rId20"/>
    <p:sldId id="363" r:id="rId15"/>
    <p:sldId id="361" r:id="rId113"/>
    <p:sldId id="362" r:id="rId1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7" Type="http://schemas.openxmlformats.org/officeDocument/2006/relationships/slide" Target="slides/slide4.xml"/><Relationship Id="rId68" Type="http://schemas.openxmlformats.org/officeDocument/2006/relationships/slide" Target="slides/slide5.xml"/><Relationship Id="rId113" Type="http://schemas.openxmlformats.org/officeDocument/2006/relationships/slide" Target="slides/slide9.xml"/><Relationship Id="rId11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开场30秒：《MLP神经网络（下）：优化与评价》，80分钟=2课时×40分钟。课前已发工单+微课知识卡。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情境说书30秒：第一个神经网络。王主任路过看你屏幕：'这堆圈圈连线，比我闺女画的还乱。'林工笑：'乱中有序——每个圈都在学。'工单M2-…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工单发布：'设备智能运维中心工单M2-3a'——及格线准确率≥75%。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预习知识点：神经网络结构(层/节点/激活)；MLP与反向传播直观 | 课中检查知识点：能看懂学习曲线；会用early stopping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MLP神经网络（下）：优化与评价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第13周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课中查①：'loss为nan'这个报错怎么排查？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课中查②：优秀线准确率≥85%你打算怎么冲？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MLP神经网络（下）：优化与评价（实施要点）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实施任务：工单M2-3a《MLP神经网络（下）：优化与评价》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基线实测 acc 0.9400｜最高 acc 0.9467｜PNG 实测 48810B（下限 1000）｜无 Dropout gap 0.6744 → 合规臂 Dropout 0.1：gap 0.6744→0.6296 且 acc 0.9267≥基线 0.9267｜性价比最优结构 [64, 32]（params=4130）｜决策记录完整（result.json 回读校验）｜实测规范率 94.74%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模板可运行出指标；代码规范率≥70%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准确率≥75%图完整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gap收窄且指标不降；决策记录完整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找到性价比最优结构</a:t>
            </a:r>
          </a:p>
          <a:p>
            <a:r>
              <a:rPr sz="1400" b="1">
                <a:solidFill>
                  <a:srgbClr val="0545E8"/>
                </a:solidFill>
              </a:rPr>
              <a:t>损失曲线判读口述：什么形状算过拟合、早停为何定在那一轮——答辩必答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工程化项目/m23a_mlp/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src/mlp_clf/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能按题完成CNN或LSTM建模——应用：见工单s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课中查①：'loss为nan'这个报错怎么排查？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基线实测 acc 0.9400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最高 acc 0.9467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PNG 实测 48810B（下限 1000）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无 Dropout gap 0.6744 → 合规臂 Dropout 0.1：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性价比最优结构 [64, 32]（params=4130）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模板可运行出指标；代码规范率≥70%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准确率≥75%图完整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gap收窄且指标不降；决策记录完整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找到性价比最优结构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项目：05-AI应用基础48课时版/工程化项目/m23a_mlp/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工具/ppt97/evidence/m23a_mlp/（capture97.py 真跑捕获，未改写数字）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learning_curve.png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output/learning_curve.png ｜ 47 KB ｜ run.py 本次落盘</a:t>
            </a:r>
          </a:p>
        </p:txBody>
      </p:sp>
      <p:pic>
        <p:nvPicPr>
          <p:cNvPr id="17" name="Picture 16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820" y="1993392"/>
            <a:ext cx="7023608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W08-第10次课-MLP神经网络（下）：优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