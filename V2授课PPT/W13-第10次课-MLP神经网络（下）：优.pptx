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80" r:id="rId32"/>
    <p:sldId id="305" r:id="rId57"/>
    <p:sldId id="316" r:id="rId68"/>
    <p:sldId id="364" r:id="rId16"/>
    <p:sldId id="365" r:id="rId17"/>
    <p:sldId id="363" r:id="rId15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26" Type="http://schemas.openxmlformats.org/officeDocument/2006/relationships/slide" Target="slides/slide2.xml"/><Relationship Id="rId32" Type="http://schemas.openxmlformats.org/officeDocument/2006/relationships/slide" Target="slides/slide3.xml"/><Relationship Id="rId57" Type="http://schemas.openxmlformats.org/officeDocument/2006/relationships/slide" Target="slides/slide4.xml"/><Relationship Id="rId68" Type="http://schemas.openxmlformats.org/officeDocument/2006/relationships/slide" Target="slides/slide5.xml"/><Relationship Id="rId113" Type="http://schemas.openxmlformats.org/officeDocument/2006/relationships/slide" Target="slides/slide9.xml"/><Relationship Id="rId11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开场30秒：《MLP神经网络（下）：优化与评价》，80分钟=2课时×40分钟。课前已发工单+微课知识卡。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情境说书30秒：第一个神经网络。王主任路过看你屏幕：'这堆圈圈连线，比我闺女画的还乱。'林工笑：'乱中有序——每个圈都在学。'工单M2-…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工单发布：'设备智能运维中心工单M2-3a'——及格线准确率≥75%。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预习知识点：神经网络结构(层/节点/激活)；MLP与反向传播直观 | 课中检查知识点：能看懂学习曲线；会用early stopping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MLP神经网络（下）：优化与评价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第13周 · 第10次课（2课时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课中查①：'loss为nan'这个报错怎么排查？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课中查②：优秀线准确率≥85%你打算怎么冲？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MLP神经网络（下）：优化与评价（实施要点）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实施任务：工单M2-3a《MLP神经网络（下）：优化与评价》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M2-3a MLP 神经网络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600 样本 × 30 维频谱 · 隐藏层 (64, 32) · 标准化已启用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训练轮数 37（early_stopping 提前停止）  测试准确率 = 0.933（目标≥0.75）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损失曲线诊断: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首轮   epoch  1  loss=0.6484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1/4  epoch 10  loss=0.4235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末轮   epoch 37  loss=0.1044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收敛判断: 末轮loss 0.1044 持续下降→收敛良好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中频段抬升（2-7维）是可学信号；网络结构+早停+正则三件套，准确率与泛化同时守住。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工程化项目/m23a_mlp/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src/mlp_clf/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M2-3a MLP 神经网络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600 样本 × 30 维频谱 · 隐藏层 (64, 32) · 标准化已启用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训练轮数 37（early_stopping 提前停止）  测试准确率 = 0.933（目标≥0.75）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损失曲线诊断: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首轮   epoch  1  loss=0.6484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1/4  epoch 10  loss=0.4235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末轮   epoch 37  loss=0.1044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收敛判断: 末轮loss 0.1044 持续下降→收敛良好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中频段抬升（2-7维）是可学信号；网络结构+早停+正则三件套，准确率与泛化同时守住。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能按题完成CNN或LSTM建模——应用：见工单s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课中查①：'loss为nan'这个报错怎么排查？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W08-第10次课-MLP神经网络（下）：优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