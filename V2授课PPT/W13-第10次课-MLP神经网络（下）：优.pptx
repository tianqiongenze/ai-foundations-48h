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21"/>
    <p:sldId id="274" r:id="rId26"/>
    <p:sldId id="280" r:id="rId32"/>
    <p:sldId id="305" r:id="rId57"/>
    <p:sldId id="372" r:id="rId24"/>
    <p:sldId id="373" r:id="rId25"/>
    <p:sldId id="374" r:id="rId14"/>
    <p:sldId id="375" r:id="rId27"/>
    <p:sldId id="376" r:id="rId28"/>
    <p:sldId id="316" r:id="rId68"/>
    <p:sldId id="364" r:id="rId16"/>
    <p:sldId id="365" r:id="rId17"/>
    <p:sldId id="366" r:id="rId18"/>
    <p:sldId id="367" r:id="rId19"/>
    <p:sldId id="368" r:id="rId20"/>
    <p:sldId id="363" r:id="rId15"/>
    <p:sldId id="361" r:id="rId113"/>
    <p:sldId id="362" r:id="rId114"/>
    <p:sldId id="370" r:id="rId22"/>
    <p:sldId id="3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17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2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3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11.xml"/><Relationship Id="rId113" Type="http://schemas.openxmlformats.org/officeDocument/2006/relationships/slide" Target="slides/slide18.xml"/><Relationship Id="rId114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神经元与MLP｜神经元=加权求和+激活；MLP多层堆叠学非线性边界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ReLU激活｜负半轴归零——梯度不饱和训练快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前向与反向传播｜前向算输出、反向调权重——网络的'想'与'学'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过拟合三信号｜训练loss降、验证loss升、gap拉大——模型在背题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两大药方｜Dropout随机失活与EarlyStopping及时止损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损失曲线听诊器｜先看曲线再动手改结构——训练前先诊断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误区：层数越深越好——数据少时深网白喂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误区：输出层也用ReLU——按任务选sigmoid/softmax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参数量决定显存与数据需求——画三层图讲一遍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loss为nan → StandardScaler加lr调小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训练不动 → 先标准化再进网络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早停太早 → patience取5到10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技能点我能独立做出来吗——能搭建并训练MLP分类器；能读懂训练验证损失曲线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神经元与MLP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传统模型画不出的弯弯曲曲分类面 Dense(64,'relu')接Dense(1,'sigmoid')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ReLU激活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隐藏层的默认选择——现代网络标配 Dense(64, activation='relu')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前向与反向传播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只讲直觉不推公式——答辩能画图讲清即可 fit()内部自动完成传播循环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loss为nan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原因：学习率过大或未标准化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解决：StandardScaler加lr调小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训练不动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原因：特征量纲悬殊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解决：先标准化再进网络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早停太早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原因：patience过小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解决：patience取5到10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神经元与MLP｜神经元=加权求和+激活；MLP多层堆叠学非线性边界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ReLU激活｜负半轴归零——梯度不饱和训练快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前向与反向传播｜前向算输出、反向调权重——网络的'想'与'学'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过拟合三信号｜训练loss降、验证loss升、gap拉大——模型在背题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两大药方｜Dropout随机失活与EarlyStopping及时止损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损失曲线听诊器｜先看曲线再动手改结构——训练前先诊断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及格(D)：准确率≥75%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优秀(B+)：准确率≥85%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StandardScaler加lr调小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先标准化再进网络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patience取5到10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主题：能按题完成CNN或LSTM建模——应用：见工单s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预习快问：课前测①：本课工单M2-3a的及格线是什么？（答：准确率≥75%）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15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15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15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W08-第10次课-MLP神经网络（下）：优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