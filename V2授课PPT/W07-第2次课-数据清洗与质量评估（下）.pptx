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20"/>
    <p:sldId id="274" r:id="rId26"/>
    <p:sldId id="279" r:id="rId31"/>
    <p:sldId id="304" r:id="rId56"/>
    <p:sldId id="315" r:id="rId67"/>
    <p:sldId id="363" r:id="rId16"/>
    <p:sldId id="364" r:id="rId17"/>
    <p:sldId id="365" r:id="rId18"/>
    <p:sldId id="366" r:id="rId19"/>
    <p:sldId id="362" r:id="rId15"/>
    <p:sldId id="360" r:id="rId112"/>
    <p:sldId id="361" r:id="rId113"/>
    <p:sldId id="368" r:id="rId21"/>
    <p:sldId id="369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1" Type="http://schemas.openxmlformats.org/officeDocument/2006/relationships/slide" Target="slides/slide3.xml"/><Relationship Id="rId56" Type="http://schemas.openxmlformats.org/officeDocument/2006/relationships/slide" Target="slides/slide4.xml"/><Relationship Id="rId67" Type="http://schemas.openxmlformats.org/officeDocument/2006/relationships/slide" Target="slides/slide5.xml"/><Relationship Id="rId112" Type="http://schemas.openxmlformats.org/officeDocument/2006/relationships/slide" Target="slides/slide11.xml"/><Relationship Id="rId11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开场30秒：《数据清洗与质量评估（下）：优化与评价》，80分钟=2课时×40分钟。课前已发工单+微课知识卡。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数据清洗与质量评估（下）：优化与评价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第7周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课中查②：优秀线预测缺失（进阶）你打算怎么冲？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数据清洗与质量评估（下）：优化与评价（实施要点）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实施任务：工单M1-1a《数据清洗与质量评估（下）：优化与评价》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缺失处理率≥95%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预测缺失（进阶）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93.65%） [达标] ｜ 功能OK ｜ 预测填充优于均值且论证清楚 ｜ 实测 预测 MAE 0.6749℃ &lt; 均值 2.6774℃（优于）；论证段 287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人工答辩项（程序不判、不许自称达标）：口头答辩：逐列缺失机制判断与填充策略是否讲得清（企业元师傅签认）；论证说服力：A 档'预测优于均值'的机理解释（程序只判段落存在+字数达标）；工单末页学习反思单三问（计入过程分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温度列缺失率降为0且行数不变 + 代码规范率≥70% ｜ temp 缺失率 9.00% → 0.00%；行数 300 → 300（缺失阶段零删行）</a:t>
            </a:r>
          </a:p>
          <a:p>
            <a:r>
              <a:rPr sz="1400" b="1">
                <a:solidFill>
                  <a:srgbClr val="0545E8"/>
                </a:solidFill>
              </a:rPr>
              <a:t>｜ 代码规范率 93.65%（pycodestyle（PEP8 官方参考实现），14 个文件 / 1669 行 /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能从振动序列构造≥10个特征——应用：见工单st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W04-第2次课-数据清洗与质量评估（下）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