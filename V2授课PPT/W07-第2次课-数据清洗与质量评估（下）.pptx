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20"/>
    <p:sldId id="274" r:id="rId26"/>
    <p:sldId id="279" r:id="rId31"/>
    <p:sldId id="304" r:id="rId56"/>
    <p:sldId id="370" r:id="rId23"/>
    <p:sldId id="371" r:id="rId24"/>
    <p:sldId id="372" r:id="rId25"/>
    <p:sldId id="315" r:id="rId67"/>
    <p:sldId id="363" r:id="rId16"/>
    <p:sldId id="364" r:id="rId17"/>
    <p:sldId id="365" r:id="rId18"/>
    <p:sldId id="366" r:id="rId19"/>
    <p:sldId id="362" r:id="rId15"/>
    <p:sldId id="360" r:id="rId112"/>
    <p:sldId id="361" r:id="rId113"/>
    <p:sldId id="368" r:id="rId21"/>
    <p:sldId id="369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2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3.xml"/><Relationship Id="rId31" Type="http://schemas.openxmlformats.org/officeDocument/2006/relationships/slide" Target="slides/slide4.xml"/><Relationship Id="rId56" Type="http://schemas.openxmlformats.org/officeDocument/2006/relationships/slide" Target="slides/slide5.xml"/><Relationship Id="rId67" Type="http://schemas.openxmlformats.org/officeDocument/2006/relationships/slide" Target="slides/slide6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开场30秒：《数据清洗与质量评估（下）：优化与评价》，80分钟=2课时×40分钟。课前已发工单+微课知识卡。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数据清洗与质量评估（下）：优化与评价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第7周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课中查②：优秀线预测缺失（进阶）你打算怎么冲？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实施任务：工单M1-1a《数据清洗与质量评估（下）：优化与评价》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缺失处理率≥95%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预测缺失（进阶）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代码规范率 93.65%（工单把≥70%钉在 D 档）｜ temp 缺失 0 格 ｜ 缺失处理率 100.00% ｜ 三清单 3 张 ｜ 质量分 99.07 ｜ 预测填充 MAE 0.6749 &lt; 均值 2.6774（优于）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温度列缺失率降为0且行数不变；代码规范率≥70% ｜ 实测 temp 缺失 27 → 0 格；行数 300 → 300（缺失阶段零删行）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规范率不另设线（工单仅 D 档设线，实测 93.65%） [达标] ｜ 功能OK ｜ 缺失处理率≥95%+三清单齐全 ｜ 实测 处理率 100.00%（线 95%）；三清单 4/4/8 项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规范率不另设线（工单仅 D 档设线，实测 93.65%） [达标] ｜ 功能OK ｜ 评分≥85且理由完整；决策记录完整 ｜ 实测 质量分 99.07（线 85）；逐列理由 4 条；决策记录 243 字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规范率不另设线（工单仅 D 档设线，实测 93.65%） [达标] ｜ 功能OK ｜ 预测填充优于均值且论证清楚 ｜ 实测 预测 MAE 0.6749℃ &lt; 均值 2.6774℃（优于）；论证段 287 字</a:t>
            </a:r>
          </a:p>
          <a:p>
            <a:r>
              <a:rPr sz="1400" b="1">
                <a:solidFill>
                  <a:srgbClr val="0545E8"/>
                </a:solidFill>
              </a:rPr>
              <a:t>人工答辩项（程序不判、不许自称达标）：口头答辩：逐列缺失机制判断与填充策略是否讲得清（企业元师傅签认）；论证说服力：A 档'预测优于均值'的机理解释（程序只判段落存在+字数达标）；工单末页学习反思单三问（计入过程分 10%）</a:t>
            </a:r>
          </a:p>
          <a:p>
            <a:r>
              <a:rPr sz="1400" b="1">
                <a:solidFill>
                  <a:srgbClr val="0545E8"/>
                </a:solidFill>
              </a:rPr>
              <a:t>D 层 [达成] 温度列缺失率降为0且行数不变 + 代码规范率≥70% ｜ temp 缺失率 9.00% → 0.00%；行数 300 → 300（缺失阶段零删行）</a:t>
            </a:r>
          </a:p>
          <a:p>
            <a:r>
              <a:rPr sz="1400" b="1">
                <a:solidFill>
                  <a:srgbClr val="0545E8"/>
                </a:solidFill>
              </a:rPr>
              <a:t>｜ 代码规范率 93.65%（pycodestyle（PEP8 官方参考实现），14 个文件 / 1669 行 /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工程化项目/m11a_data_quality/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src/data_quality48/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m11a_data_quality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代码规范率 93.65%（工单把≥70%钉在 D 档）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temp 缺失 0 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缺失处理率 100.00%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三清单 3 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质量分 99.07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temp 缺失 27 → 0 格；行数 300 → 300（缺失阶段零删行）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 ｜ 温度列缺失率降为0且行数不变；代码规范率≥70%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处理率 100.00%（线 95%）；三清单 4/4/8 项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93.65%） [达标] ｜ 功能OK ｜ 缺失处理率≥95%+三清单齐全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质量分 99.07（线 85）；逐列理由 4 条；决策记录 243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93.65%） [达标] ｜ 功能OK ｜ 评分≥85且理由完整；决策记录完整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实测 预测 MAE 0.6749℃ &lt; 均值 2.6774℃（优于）；论证段 287 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规范率不另设线（工单仅 D 档设线，实测 93.65%） [达标] ｜ 功能OK ｜ 预测填充优于均值且论证清楚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m11a_data_quality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项目：05-AI应用基础48课时版/工程化项目/m11a_data_quality/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10:47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工具/ppt97/evidence/m11a_data_quality/（capture97.py 真跑捕获，未改写数字）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M1-1a 数据清洗与质量评估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原始数据: 300 行  (缺测 14 / 超限 6 / 负值 5)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解A 纯Python循环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解B Pandas掩码链 : 清洗后 275 行  质量分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双解互验: 行数一致=True  口径一致=True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剔除合计 25 行（缺测+负值+超限），保留率 91.7%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两解同口径同结果 → 清洗规则已冻结；清洗留痕（前后行数与分布）即过程性证据。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能从振动序列构造≥10个特征——应用：见工单st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数据质量三清单｜脏数据体检表：缺失/异常/重复三类逐项过一遍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缺失处理四策略｜删行/前向填充/均值/插值——四种补洞手艺各有代价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异常识别两把尺｜3σ看正态尾巴、IQR箱线图对偏态稳健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Pandas链式操作｜方法连点成流水线：isna().sum()→fillna()→dr…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质量评分口径｜完整率×准确率×一致率加权打分——质量数字化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清洗留痕｜每步处理前后行数与分布对比——证据链思维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误区：只查缺失不查重复——重复样本让验证虚高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误区：一律fillna(0)——零值混进均值把分布拉歪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误区：两把尺混用不看分布——先画直方图再选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KeyError列名错 → df.columns先查看并strip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清洗后行数骤减 → 指定subset为关键列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报告数字对不上 → 固定缺失-异常-重复顺序并留痕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及格线我能过吗——缺失处理率≥95%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优秀线我够吗——预测缺失（进阶）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技能点我能独立做出来吗——能用Pandas完成缺失/异常/重复三类处理；能输出结构化质量报告（三清单+评分）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素材来源：同周《第1次课-数据清洗与质量评估（上）》知识卡与避坑清单（逐字摘录）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数据质量三清单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误区：只查缺失不查重复——重复样本让验证虚高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脏数据体检表：缺失/异常/重复三类逐项过一遍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传感器断线丢点、PLC毛刺、重复上报的排查入口 df.isna().sum() + df.duplicated().sum() 两行摸底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缺失处理四策略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误区：一律fillna(0)——零值混进均值把分布拉歪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删行/前向填充/均值/插值——四种补洞手艺各有代价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温度断点用前向填充、孤立坏点才删行 df['temp'].interpolate() 时序插值最合理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异常识别两把尺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误区：两把尺混用不看分布——先画直方图再选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3σ看正态尾巴、IQR箱线图对偏态稳健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振动尖峰、电流突变是否算异常的判据选择 IQR上界=Q3+1.5×IQR，逐列扫描标记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KeyError列名错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原因：列名大小写或空格不符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解决：df.columns先查看并strip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清洗后行数骤减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原因：dropna默认any整行删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解决：指定subset为关键列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报告数字对不上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原因：处理顺序不同口径漂移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解决：固定缺失-异常-重复顺序并留痕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素材来源：同周《第1次课-数据清洗与质量评估（上）》知识卡与避坑清单（逐字摘录）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W04-第2次课-数据清洗与质量评估（下）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