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79" r:id="rId31"/>
    <p:sldId id="304" r:id="rId56"/>
    <p:sldId id="315" r:id="rId67"/>
    <p:sldId id="363" r:id="rId16"/>
    <p:sldId id="364" r:id="rId17"/>
    <p:sldId id="362" r:id="rId15"/>
    <p:sldId id="360" r:id="rId112"/>
    <p:sldId id="361" r:id="rId1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6" Type="http://schemas.openxmlformats.org/officeDocument/2006/relationships/slide" Target="slides/slide2.xml"/><Relationship Id="rId31" Type="http://schemas.openxmlformats.org/officeDocument/2006/relationships/slide" Target="slides/slide3.xml"/><Relationship Id="rId56" Type="http://schemas.openxmlformats.org/officeDocument/2006/relationships/slide" Target="slides/slide4.xml"/><Relationship Id="rId67" Type="http://schemas.openxmlformats.org/officeDocument/2006/relationships/slide" Target="slides/slide5.xml"/><Relationship Id="rId112" Type="http://schemas.openxmlformats.org/officeDocument/2006/relationships/slide" Target="slides/slide9.xml"/><Relationship Id="rId113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开场30秒：《数据清洗与质量评估（下）：优化与评价》，80分钟=2课时×40分钟。课前已发工单+微课知识卡。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情境说书30秒：扩展班第一课，老周把三箱'历史遗留'数据砸在你工位：'三个月泵站日志，缺的缺、错的错，还有135℃的神仙记录。模型再好也…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项目2 人工智能编程语言Python | 预习知识点：Pandas读写与缺失值处理；3σ/IQR异常识别 | 课中检查知识点：能输出结构化质量报告；能说出IQR比3σ稳健的原因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数据清洗与质量评估（下）：优化与评价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第7周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课中查①：'KeyError列名错'这个报错怎么排查？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课中查②：优秀线预测缺失（进阶）你打算怎么冲？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扩展班第一课，老周把三箱'历史遗留'数据砸在你工位：'三个月泵站日志，缺的缺、错的错，还有135℃的神仙记录。模型再好也怕脏数据——先学会把数据洗干净，再谈AI。'工单M1-1a：清洗出一份可信的数据质量报告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数据清洗与质量评估（下）：优化与评价（实施要点）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实施任务：工单M1-1a《数据清洗与质量评估（下）：优化与评价》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缺失处理率≥95%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预测缺失（进阶）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M1-1a 数据清洗与质量评估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原始数据: 300 行  (缺测 14 / 超限 6 / 负值 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纯Python循环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解B Pandas掩码链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双解互验: 行数一致=True  口径一致=True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剔除合计 25 行（缺测+负值+超限），保留率 91.7%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两解同口径同结果 → 清洗规则已冻结；清洗留痕（前后行数与分布）即过程性证据。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工程化项目/m11a_data_quality/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src/data_quality48/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M1-1a 数据清洗与质量评估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原始数据: 300 行  (缺测 14 / 超限 6 / 负值 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纯Python循环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解B Pandas掩码链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双解互验: 行数一致=True  口径一致=True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剔除合计 25 行（缺测+负值+超限），保留率 91.7%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两解同口径同结果 → 清洗规则已冻结；清洗留痕（前后行数与分布）即过程性证据。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能从振动序列构造≥10个特征——应用：见工单st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课中查①：'KeyError列名错'这个报错怎么排查？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W04-第2次课-数据清洗与质量评估（下）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