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20"/>
    <p:sldId id="274" r:id="rId26"/>
    <p:sldId id="279" r:id="rId31"/>
    <p:sldId id="304" r:id="rId56"/>
    <p:sldId id="370" r:id="rId23"/>
    <p:sldId id="371" r:id="rId24"/>
    <p:sldId id="372" r:id="rId25"/>
    <p:sldId id="373" r:id="rId14"/>
    <p:sldId id="374" r:id="rId27"/>
    <p:sldId id="315" r:id="rId67"/>
    <p:sldId id="363" r:id="rId16"/>
    <p:sldId id="364" r:id="rId17"/>
    <p:sldId id="365" r:id="rId18"/>
    <p:sldId id="366" r:id="rId19"/>
    <p:sldId id="362" r:id="rId15"/>
    <p:sldId id="360" r:id="rId112"/>
    <p:sldId id="361" r:id="rId113"/>
    <p:sldId id="368" r:id="rId21"/>
    <p:sldId id="369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9.xml"/><Relationship Id="rId15" Type="http://schemas.openxmlformats.org/officeDocument/2006/relationships/slide" Target="slides/slide16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2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31" Type="http://schemas.openxmlformats.org/officeDocument/2006/relationships/slide" Target="slides/slide4.xml"/><Relationship Id="rId56" Type="http://schemas.openxmlformats.org/officeDocument/2006/relationships/slide" Target="slides/slide5.xml"/><Relationship Id="rId67" Type="http://schemas.openxmlformats.org/officeDocument/2006/relationships/slide" Target="slides/slide11.xml"/><Relationship Id="rId112" Type="http://schemas.openxmlformats.org/officeDocument/2006/relationships/slide" Target="slides/slide17.xml"/><Relationship Id="rId11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开场30秒：《数据清洗与质量评估（下）：优化与评价》，80分钟=2课时×40分钟。课前已发工单+微课知识卡。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数据清洗与质量评估（下）：优化与评价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第7周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课中查②：优秀线预测缺失（进阶）你打算怎么冲？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数据清洗与质量评估（下）：优化与评价（实施要点）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数据质量三清单｜脏数据体检表：缺失/异常/重复三类逐项过一遍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缺失处理四策略｜删行/前向填充/均值/插值——四种补洞手艺各有代价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异常识别两把尺｜3σ看正态尾巴、IQR箱线图对偏态稳健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Pandas链式操作｜方法连点成流水线：isna().sum()→fillna()→dr…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质量评分口径｜完整率×准确率×一致率加权打分——质量数字化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清洗留痕｜每步处理前后行数与分布对比——证据链思维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误区：只查缺失不查重复——重复样本让验证虚高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误区：一律fillna(0)——零值混进均值把分布拉歪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误区：两把尺混用不看分布——先画直方图再选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KeyError列名错 → df.columns先查看并strip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清洗后行数骤减 → 指定subset为关键列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报告数字对不上 → 固定缺失-异常-重复顺序并留痕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及格线我能过吗——缺失处理率≥95%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优秀线我够吗——预测缺失（进阶）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技能点我能独立做出来吗——能用Pandas完成缺失/异常/重复三类处理；能输出结构化质量报告（三清单+评分）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素材来源：同周《第1次课-数据清洗与质量评估（上）》知识卡与避坑清单（逐字摘录）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数据质量三清单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误区：只查缺失不查重复——重复样本让验证虚高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脏数据体检表：缺失/异常/重复三类逐项过一遍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传感器断线丢点、PLC毛刺、重复上报的排查入口 df.isna().sum() + df.duplicated().sum() 两行摸底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缺失处理四策略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误区：一律fillna(0)——零值混进均值把分布拉歪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删行/前向填充/均值/插值——四种补洞手艺各有代价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温度断点用前向填充、孤立坏点才删行 df['temp'].interpolate() 时序插值最合理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异常识别两把尺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误区：两把尺混用不看分布——先画直方图再选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3σ看正态尾巴、IQR箱线图对偏态稳健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振动尖峰、电流突变是否算异常的判据选择 IQR上界=Q3+1.5×IQR，逐列扫描标记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KeyError列名错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原因：列名大小写或空格不符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解决：df.columns先查看并strip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清洗后行数骤减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原因：dropna默认any整行删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解决：指定subset为关键列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报告数字对不上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原因：处理顺序不同口径漂移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解决：固定缺失-异常-重复顺序并留痕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素材来源：同周《第1次课-数据清洗与质量评估（上）》知识卡与避坑清单（逐字摘录）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数据质量三清单｜脏数据体检表：缺失/异常/重复三类逐项过一遍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缺失处理四策略｜删行/前向填充/均值/插值——四种补洞手艺各有代价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异常识别两把尺｜3σ看正态尾巴、IQR箱线图对偏态稳健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Pandas链式操作｜方法连点成流水线：isna().sum()→fillna()→dropna()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质量评分口径｜完整率×准确率×一致率加权打分——质量数字化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清洗留痕｜每步处理前后行数与分布对比——证据链思维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及格(D)：缺失处理率≥95%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优秀(B+)：预测缺失（进阶）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df.columns先查看并strip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指定subset为关键列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固定缺失-异常-重复顺序并留痕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素材来源：同周《第1次课-数据清洗与质量评估（上）》知识卡与避坑清单（逐字摘录）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主题：能从振动序列构造≥10个特征——应用：见工单st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预习快问：课前测①：本课工单M1-1a的及格线是什么？（答：缺失处理率≥95%）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实施任务：工单M1-1a《数据清洗与质量评估（下）：优化与评价》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缺失处理率≥95%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预测缺失（进阶）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150" b="1">
                <a:solidFill>
                  <a:srgbClr val="0545E8"/>
                </a:solidFill>
              </a:rPr>
              <a:t>……（后续 4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能从振动序列构造≥10个特征——应用：见工单st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W04-第2次课-数据清洗与质量评估（下）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