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20"/>
    <p:sldId id="274" r:id="rId26"/>
    <p:sldId id="280" r:id="rId32"/>
    <p:sldId id="307" r:id="rId59"/>
    <p:sldId id="373" r:id="rId23"/>
    <p:sldId id="374" r:id="rId24"/>
    <p:sldId id="375" r:id="rId25"/>
    <p:sldId id="318" r:id="rId70"/>
    <p:sldId id="366" r:id="rId16"/>
    <p:sldId id="367" r:id="rId17"/>
    <p:sldId id="368" r:id="rId18"/>
    <p:sldId id="369" r:id="rId19"/>
    <p:sldId id="365" r:id="rId15"/>
    <p:sldId id="363" r:id="rId115"/>
    <p:sldId id="364" r:id="rId116"/>
    <p:sldId id="371" r:id="rId21"/>
    <p:sldId id="372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2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9" Type="http://schemas.openxmlformats.org/officeDocument/2006/relationships/slide" Target="slides/slide5.xml"/><Relationship Id="rId70" Type="http://schemas.openxmlformats.org/officeDocument/2006/relationships/slide" Target="slides/slide6.xml"/><Relationship Id="rId115" Type="http://schemas.openxmlformats.org/officeDocument/2006/relationships/slide" Target="slides/slide12.xml"/><Relationship Id="rId116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开场30秒：《CNN或LSTM二选一（竞标）（下）：优化与评价》，80分钟=2课时×40分钟。课前已发工单+微课知识卡。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情境说书30秒：分组竞标周：老周把两份需求拍在桌上——焊缝缺陷CNN、风机寿命LSTM，'各组选一题，答辩定预算。'工单M2-3b：二选…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工单发布：'设备智能运维中心工单M2-3b'——及格线指标达标+竞标书完整。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预习知识点：CNN卷积/池化；LSTM时序依赖；分组竞标 | 课中检查知识点：能选CNN或LSTM并用指标赢下竞标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CNN或LSTM二选一（竞标）（下）：优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第14周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 + ProcessOn（竞标书）+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课中查①：'Conv输入报维度'这个报错怎么排查？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课中查②：优秀线赢得竞标且指标优秀你打算怎么冲？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CNN或LSTM二选一（竞标）（下）：优化与评价（实施要点）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实施任务：工单M2-3b《CNN或LSTM二选一（竞标）（下）：优化与评价》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指标达标+竞标书完整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赢得竞标且指标优秀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95.11%（工单把≥70%钉在 D 档）｜ 复现比对 一致 ｜ CNN(torch) acc 1.0000 ｜ LSTM 误差 0.2593 ｜ 决策矩阵 6 行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指标可复现；代码规范率≥70% ｜ 实测 同种子两次 RF 拟合留出 acc 一致（0.8175 vs 0.8175）；规范率 95.11%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95.11%） [达标] ｜ 功能OK ｜ CNN≥75% 或 LSTM 误差≤25%（仅认真卷积/真 LSTM 臂的实测数字） ｜ 实测 CNN(torch) acc=1.0000（线≥0.75）｜LSTM(torch) 窗口错误率=0.2593（线≤0.25）——兜底臂数字不认（require_real_engine=True）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95.11%） [达标] ｜ 功能OK ｜ CNN vs LSTM 两轮实测对比齐备；决策记录完整（竞标胜负/评委加分另人工） ｜ 实测 两轮对比：两臂真引擎同口径实测（acc 差 +0.2593、秒差 -0.248s）；决策记录 445 字（线 120）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95.11%） [达标] ｜ 功能OK ｜ 选型决策矩阵：候选×权重×实测得分→结论 ｜ 实测 矩阵 6 行（线≥4）；权重 acc/speed/env=0.5/0.3/0.2 和=1.0；结论成文 136 字（线≥20）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人工答辩项（程序不判、不许自称达标）：赢得竞标或评委加分：现场评委裁决，程序无实测依据（工单 B 档人评半，证据包=选型决策矩阵+两轮对比+泄漏核查）；企业元验收栏师傅签认：功能可用/参数留痕/数据可信（学校元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95.11%（工单把≥70%钉在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复现比对 一致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CNN(torch) acc 1.0000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LSTM 误差 0.2593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决策矩阵 6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同种子两次 RF 拟合留出 acc 一致（0.8175 vs 0.8175）；规范率 95.11%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指标可复现；代码规范率≥70%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LSTM(torch) 窗口错误率=0.2593（线≤0.25）——兜底臂数字不认（require_real_engine=True）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CNN≥75% 或 LSTM 误差≤25%（仅认真卷积/真 LSTM 臂的实测数字） ｜ 实测 CN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两轮对比：两臂真引擎同口径实测（acc 差 +0.2593、秒差 -0.248s）；决策记录 445 字（线 120）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 vs LSTM 两轮实测对比齐备；决策记录完整（竞标胜负/评委加分另人工）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矩阵 6 行（线≥4）；权重 acc/speed/env=0.5/0.3/0.2 和=1.0；结论成文 136 字（线≥20）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选型决策矩阵：候选×权重×实测得分→结论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项目：05-AI应用基础48课时版/工程化项目/m23b_bidding/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工具/ppt97/evidence/m23b_bidding/（capture97.py 真跑捕获，未改写数字）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能加载预训练ResNet并替换分类头——应用：见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课中查①：'Conv输入报维度'这个报错怎么排查？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卷积｜小核滑动扫全图——像拿放大镜逐格找特征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池化｜MaxPool取窗口最大值——只留最强信号缩计算量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滑动窗口造样本｜一段长序列按窗切片出无数训练对——序列版裁剪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门控直觉｜遗忘门决定忘什么、输入门决定记什么——记忆开关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竞标答辩结构｜问题-方案-指标-风险四段论——工程师讲方案的骨架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选型依据｜图像缺陷选CNN、时序寿命选LSTM——数据形状定路线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参数共享让核很轻——全网找同一类特征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误区：池化丢信息可惜——保留的是最强的证据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窗口与步长是超参——重叠窗口样本翻倍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Conv输入报维度 → reshape成N1HW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窗口错位 → 统一用[:-horizon]截断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答辩超时 → 四段论加计时排练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及格线我能过吗——指标达标+竞标书完整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优秀线我够吗——赢得竞标且指标优秀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技能点我能独立做出来吗——能按题完成CNN或LSTM建模；能组队产出竞标书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素材来源：同周《第11次课-CNN或LSTM二选一（》知识卡与避坑清单（逐字摘录）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卷积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参数共享让核很轻——全网找同一类特征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小核滑动扫全图——像拿放大镜逐格找特征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缺陷图/振动频谱等有局部结构的输入 Conv2D(32, (3,3), activation='relu')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池化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误区：池化丢信息可惜——保留的是最强的证据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MaxPool取窗口最大值——只留最强信号缩计算量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卷积后逐层压图——网络越深图越小 MaxPooling2D((2,2)) 尺寸减半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滑动窗口造样本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窗口与步长是超参——重叠窗口样本翻倍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一段长序列按窗切片出无数训练对——序列版裁剪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寿命预测数据少——一个窗口配一个标签 X.append(seq[i:i+win]); y.append(rul[i+win])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Conv输入报维度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原因：未加channel维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解决：reshape成N1HW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窗口错位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原因：X与y长度不齐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解决：统一用[:-horizon]截断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答辩超时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原因：堆细节无结构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解决：四段论加计时排练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素材来源：同周《第11次课-CNN或LSTM二选一（》知识卡与避坑清单（逐字摘录）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W09-第12次课-CNN或LSTM二选一（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