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20"/>
    <p:sldId id="274" r:id="rId26"/>
    <p:sldId id="280" r:id="rId32"/>
    <p:sldId id="307" r:id="rId59"/>
    <p:sldId id="373" r:id="rId23"/>
    <p:sldId id="374" r:id="rId24"/>
    <p:sldId id="375" r:id="rId25"/>
    <p:sldId id="318" r:id="rId70"/>
    <p:sldId id="366" r:id="rId16"/>
    <p:sldId id="367" r:id="rId17"/>
    <p:sldId id="368" r:id="rId18"/>
    <p:sldId id="369" r:id="rId19"/>
    <p:sldId id="365" r:id="rId15"/>
    <p:sldId id="363" r:id="rId115"/>
    <p:sldId id="364" r:id="rId116"/>
    <p:sldId id="371" r:id="rId21"/>
    <p:sldId id="372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9" Type="http://schemas.openxmlformats.org/officeDocument/2006/relationships/slide" Target="slides/slide5.xml"/><Relationship Id="rId70" Type="http://schemas.openxmlformats.org/officeDocument/2006/relationships/slide" Target="slides/slide9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CNN或LSTM二选一（竞标）（下）：优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课中查②：优秀线赢得竞标且指标优秀你打算怎么冲？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卷积｜小核滑动扫全图——像拿放大镜逐格找特征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池化｜MaxPool取窗口最大值——只留最强信号缩计算量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滑动窗口造样本｜一段长序列按窗切片出无数训练对——序列版裁剪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门控直觉｜遗忘门决定忘什么、输入门决定记什么——记忆开关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竞标答辩结构｜问题-方案-指标-风险四段论——工程师讲方案的骨架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选型依据｜图像缺陷选CNN、时序寿命选LSTM——数据形状定路线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参数共享让核很轻——全网找同一类特征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误区：池化丢信息可惜——保留的是最强的证据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窗口与步长是超参——重叠窗口样本翻倍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Conv输入报维度 → reshape成N1HW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窗口错位 → 统一用[:-horizon]截断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答辩超时 → 四段论加计时排练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及格线我能过吗——指标达标+竞标书完整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优秀线我够吗——赢得竞标且指标优秀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技能点我能独立做出来吗——能按题完成CNN或LSTM建模；能组队产出竞标书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素材来源：同周《第11次课-CNN或LSTM二选一（》知识卡与避坑清单（逐字摘录）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卷积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缺陷图/振动频谱等有局部结构的输入 Conv2D(32, (3,3), activation='relu')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池化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卷积后逐层压图——网络越深图越小 MaxPooling2D((2,2)) 尺寸减半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滑动窗口造样本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寿命预测数据少——一个窗口配一个标签 X.append(seq[i:i+win]); y.append(rul[i+win])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Conv输入报维度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原因：未加channel维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解决：reshape成N1HW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窗口错位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原因：X与y长度不齐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解决：统一用[:-horizon]截断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答辩超时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原因：堆细节无结构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解决：四段论加计时排练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素材来源：同周《第11次课-CNN或LSTM二选一（》知识卡与避坑清单（逐字摘录）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W09-第12次课-CNN或LSTM二选一（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