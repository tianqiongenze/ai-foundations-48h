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7" r:id="rId59"/>
    <p:sldId id="318" r:id="rId70"/>
    <p:sldId id="366" r:id="rId16"/>
    <p:sldId id="367" r:id="rId17"/>
    <p:sldId id="365" r:id="rId15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9" Type="http://schemas.openxmlformats.org/officeDocument/2006/relationships/slide" Target="slides/slide4.xml"/><Relationship Id="rId70" Type="http://schemas.openxmlformats.org/officeDocument/2006/relationships/slide" Target="slides/slide5.xml"/><Relationship Id="rId115" Type="http://schemas.openxmlformats.org/officeDocument/2006/relationships/slide" Target="slides/slide9.xml"/><Relationship Id="rId1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CNN或LSTM二选一（竞标）（下）：优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第14周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课中查②：优秀线赢得竞标且指标优秀你打算怎么冲？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工程化项目/m23b_bidding/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src/bidding_lines/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课中查①：'Conv输入报维度'这个报错怎么排查？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W09-第12次课-CNN或LSTM二选一（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